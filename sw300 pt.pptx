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FFFFFF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1">
                  <a:lumOff val="1354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09D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027002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E3E5E8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E3E5E8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E3E5E8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747676">
              <a:alpha val="64000"/>
            </a:srgbClr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262727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381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42424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7" name="Shape 16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/>
          <p:nvPr>
            <p:ph type="body" sz="quarter" idx="13" hasCustomPrompt="1"/>
          </p:nvPr>
        </p:nvSpPr>
        <p:spPr>
          <a:xfrm>
            <a:off x="1206498" y="11839048"/>
            <a:ext cx="21971003" cy="636979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b="1" sz="3420"/>
            </a:lvl1pPr>
          </a:lstStyle>
          <a:p>
            <a:pPr/>
            <a:r>
              <a:t>저자 및 날짜</a:t>
            </a:r>
          </a:p>
        </p:txBody>
      </p:sp>
      <p:sp>
        <p:nvSpPr>
          <p:cNvPr id="12" name="프레젠테이션 제목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13" name="본문 첫 번째 줄…"/>
          <p:cNvSpPr txBox="1"/>
          <p:nvPr>
            <p:ph type="body" sz="quarter" idx="1" hasCustomPrompt="1"/>
          </p:nvPr>
        </p:nvSpPr>
        <p:spPr>
          <a:xfrm>
            <a:off x="1206500" y="7196865"/>
            <a:ext cx="21971000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프레젠테이션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슬라이드 번호"/>
          <p:cNvSpPr txBox="1"/>
          <p:nvPr>
            <p:ph type="sldNum" sz="quarter" idx="2"/>
          </p:nvPr>
        </p:nvSpPr>
        <p:spPr>
          <a:xfrm>
            <a:off x="12007748" y="13080999"/>
            <a:ext cx="368504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이미지"/>
          <p:cNvSpPr/>
          <p:nvPr>
            <p:ph type="pic" idx="13"/>
          </p:nvPr>
        </p:nvSpPr>
        <p:spPr>
          <a:xfrm>
            <a:off x="-431800" y="-4038600"/>
            <a:ext cx="29464000" cy="18034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프레젠테이션 제목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프레젠테이션 제목</a:t>
            </a:r>
          </a:p>
        </p:txBody>
      </p:sp>
      <p:sp>
        <p:nvSpPr>
          <p:cNvPr id="23" name="저자 및 날짜"/>
          <p:cNvSpPr txBox="1"/>
          <p:nvPr>
            <p:ph type="body" sz="quarter" idx="14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lnSpc>
                <a:spcPct val="100000"/>
              </a:lnSpc>
              <a:spcBef>
                <a:spcPts val="0"/>
              </a:spcBef>
              <a:buSzTx/>
              <a:buNone/>
              <a:defRPr b="1" sz="3420"/>
            </a:lvl1pPr>
          </a:lstStyle>
          <a:p>
            <a:pPr/>
            <a:r>
              <a:t>저자 및 날짜</a:t>
            </a:r>
          </a:p>
        </p:txBody>
      </p:sp>
      <p:sp>
        <p:nvSpPr>
          <p:cNvPr id="24" name="본문 첫 번째 줄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4468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프레젠테이션 부제 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슬라이드 제목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슬라이드 제목</a:t>
            </a:r>
          </a:p>
        </p:txBody>
      </p:sp>
      <p:sp>
        <p:nvSpPr>
          <p:cNvPr id="33" name="본문 첫 번째 줄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2403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슬라이드 부제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4" name="92709243_1322x1323.jpeg"/>
          <p:cNvSpPr/>
          <p:nvPr>
            <p:ph type="pic" sz="half" idx="13"/>
          </p:nvPr>
        </p:nvSpPr>
        <p:spPr>
          <a:xfrm>
            <a:off x="12052303" y="1270000"/>
            <a:ext cx="11188406" cy="112098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5" name="슬라이드 번호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제목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43" name="슬라이드 부제"/>
          <p:cNvSpPr txBox="1"/>
          <p:nvPr>
            <p:ph type="body" sz="quarter" idx="13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44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슬라이드 제목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61" name="슬라이드 부제"/>
          <p:cNvSpPr txBox="1"/>
          <p:nvPr>
            <p:ph type="body" sz="quarter" idx="13" hasCustomPrompt="1"/>
          </p:nvPr>
        </p:nvSpPr>
        <p:spPr>
          <a:xfrm>
            <a:off x="1206500" y="2245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62" name="본문 첫 번째 줄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3" name="824910546_2681x1332.jpg"/>
          <p:cNvSpPr/>
          <p:nvPr>
            <p:ph type="pic" idx="14"/>
          </p:nvPr>
        </p:nvSpPr>
        <p:spPr>
          <a:xfrm>
            <a:off x="6380200" y="1263848"/>
            <a:ext cx="22529801" cy="1119347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4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섹션 제목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섹션 제목</a:t>
            </a:r>
          </a:p>
        </p:txBody>
      </p:sp>
      <p:sp>
        <p:nvSpPr>
          <p:cNvPr id="72" name="슬라이드 번호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슬라이드 제목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슬라이드 제목</a:t>
            </a:r>
          </a:p>
        </p:txBody>
      </p:sp>
      <p:sp>
        <p:nvSpPr>
          <p:cNvPr id="80" name="슬라이드 부제"/>
          <p:cNvSpPr txBox="1"/>
          <p:nvPr>
            <p:ph type="body" sz="quarter" idx="13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슬라이드 부제</a:t>
            </a:r>
          </a:p>
        </p:txBody>
      </p:sp>
      <p:sp>
        <p:nvSpPr>
          <p:cNvPr id="8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의제 제목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의제 제목</a:t>
            </a:r>
          </a:p>
        </p:txBody>
      </p:sp>
      <p:sp>
        <p:nvSpPr>
          <p:cNvPr id="89" name="의제 부제"/>
          <p:cNvSpPr txBox="1"/>
          <p:nvPr>
            <p:ph type="body" sz="quarter" idx="13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의제 부제</a:t>
            </a:r>
          </a:p>
        </p:txBody>
      </p:sp>
      <p:sp>
        <p:nvSpPr>
          <p:cNvPr id="90" name="본문 첫 번째 줄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의제 주제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본문 첫 번째 줄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내역서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사실 정보"/>
          <p:cNvSpPr txBox="1"/>
          <p:nvPr>
            <p:ph type="body" sz="quarter" idx="13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b="1" sz="5280"/>
            </a:lvl1pPr>
          </a:lstStyle>
          <a:p>
            <a:pPr/>
            <a:r>
              <a:t>사실 정보</a:t>
            </a:r>
          </a:p>
        </p:txBody>
      </p:sp>
      <p:sp>
        <p:nvSpPr>
          <p:cNvPr id="107" name="본문 첫 번째 줄…"/>
          <p:cNvSpPr txBox="1"/>
          <p:nvPr>
            <p:ph type="body" idx="1" hasCustomPrompt="1"/>
          </p:nvPr>
        </p:nvSpPr>
        <p:spPr>
          <a:xfrm>
            <a:off x="1206500" y="935258"/>
            <a:ext cx="21971000" cy="7359063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속성"/>
          <p:cNvSpPr txBox="1"/>
          <p:nvPr>
            <p:ph type="body" sz="quarter" idx="13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속성</a:t>
            </a:r>
          </a:p>
        </p:txBody>
      </p:sp>
      <p:sp>
        <p:nvSpPr>
          <p:cNvPr id="116" name="본문 첫 번째 줄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 anchor="ctr"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“멋진 인용구”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862804876_960x639.jpg"/>
          <p:cNvSpPr/>
          <p:nvPr>
            <p:ph type="pic" sz="quarter" idx="13"/>
          </p:nvPr>
        </p:nvSpPr>
        <p:spPr>
          <a:xfrm>
            <a:off x="15430500" y="7085409"/>
            <a:ext cx="8128000" cy="54102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824910546_2681x1332.jpg"/>
          <p:cNvSpPr/>
          <p:nvPr>
            <p:ph type="pic" idx="14"/>
          </p:nvPr>
        </p:nvSpPr>
        <p:spPr>
          <a:xfrm>
            <a:off x="-2933700" y="1270000"/>
            <a:ext cx="22699133" cy="11277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575395635_960x639.jpg"/>
          <p:cNvSpPr/>
          <p:nvPr>
            <p:ph type="pic" sz="quarter" idx="15"/>
          </p:nvPr>
        </p:nvSpPr>
        <p:spPr>
          <a:xfrm>
            <a:off x="15430500" y="1270000"/>
            <a:ext cx="8128000" cy="5410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이미지"/>
          <p:cNvSpPr/>
          <p:nvPr>
            <p:ph type="pic" idx="13"/>
          </p:nvPr>
        </p:nvSpPr>
        <p:spPr>
          <a:xfrm>
            <a:off x="-1511300" y="-3721100"/>
            <a:ext cx="28511500" cy="1903024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슬라이드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제목 텍스트"/>
          <p:cNvSpPr txBox="1"/>
          <p:nvPr>
            <p:ph type="title"/>
          </p:nvPr>
        </p:nvSpPr>
        <p:spPr>
          <a:xfrm>
            <a:off x="3048000" y="2244725"/>
            <a:ext cx="18288000" cy="4775201"/>
          </a:xfrm>
          <a:prstGeom prst="rect">
            <a:avLst/>
          </a:prstGeom>
        </p:spPr>
        <p:txBody>
          <a:bodyPr lIns="91439" tIns="91439" rIns="91439" bIns="91439" anchor="b"/>
          <a:lstStyle>
            <a:lvl1pPr algn="ctr" defTabSz="1828800">
              <a:lnSpc>
                <a:spcPct val="90000"/>
              </a:lnSpc>
              <a:defRPr b="0" spc="0" sz="1200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제목 텍스트</a:t>
            </a:r>
          </a:p>
        </p:txBody>
      </p:sp>
      <p:sp>
        <p:nvSpPr>
          <p:cNvPr id="150" name="본문 첫 번째 줄…"/>
          <p:cNvSpPr txBox="1"/>
          <p:nvPr>
            <p:ph type="body" sz="quarter" idx="1"/>
          </p:nvPr>
        </p:nvSpPr>
        <p:spPr>
          <a:xfrm>
            <a:off x="3048000" y="7204075"/>
            <a:ext cx="18288000" cy="3311525"/>
          </a:xfrm>
          <a:prstGeom prst="rect">
            <a:avLst/>
          </a:prstGeom>
        </p:spPr>
        <p:txBody>
          <a:bodyPr lIns="91439" tIns="91439" rIns="91439" bIns="91439"/>
          <a:lstStyle>
            <a:lvl1pPr marL="0" indent="0" algn="ctr" defTabSz="1828800">
              <a:spcBef>
                <a:spcPts val="2000"/>
              </a:spcBef>
              <a:buSzTx/>
              <a:buNone/>
              <a:defRPr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  <a:lvl2pPr marL="0" indent="457200" algn="ctr" defTabSz="1828800">
              <a:spcBef>
                <a:spcPts val="2000"/>
              </a:spcBef>
              <a:buSzTx/>
              <a:buNone/>
              <a:defRPr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2pPr>
            <a:lvl3pPr marL="0" indent="914400" algn="ctr" defTabSz="1828800">
              <a:spcBef>
                <a:spcPts val="2000"/>
              </a:spcBef>
              <a:buSzTx/>
              <a:buNone/>
              <a:defRPr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3pPr>
            <a:lvl4pPr marL="0" indent="1371600" algn="ctr" defTabSz="1828800">
              <a:spcBef>
                <a:spcPts val="2000"/>
              </a:spcBef>
              <a:buSzTx/>
              <a:buNone/>
              <a:defRPr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4pPr>
            <a:lvl5pPr marL="0" indent="1828800" algn="ctr" defTabSz="1828800">
              <a:spcBef>
                <a:spcPts val="2000"/>
              </a:spcBef>
              <a:buSzTx/>
              <a:buNone/>
              <a:defRPr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51" name="슬라이드 번호"/>
          <p:cNvSpPr txBox="1"/>
          <p:nvPr>
            <p:ph type="sldNum" sz="quarter" idx="2"/>
          </p:nvPr>
        </p:nvSpPr>
        <p:spPr>
          <a:xfrm>
            <a:off x="22172989" y="12802235"/>
            <a:ext cx="534611" cy="55118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제목 및 내용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제목 텍스트"/>
          <p:cNvSpPr txBox="1"/>
          <p:nvPr>
            <p:ph type="title"/>
          </p:nvPr>
        </p:nvSpPr>
        <p:spPr>
          <a:xfrm>
            <a:off x="1676400" y="730250"/>
            <a:ext cx="21031200" cy="2651126"/>
          </a:xfrm>
          <a:prstGeom prst="rect">
            <a:avLst/>
          </a:prstGeom>
        </p:spPr>
        <p:txBody>
          <a:bodyPr lIns="91439" tIns="91439" rIns="91439" bIns="91439" anchor="ctr"/>
          <a:lstStyle>
            <a:lvl1pPr defTabSz="1828800">
              <a:lnSpc>
                <a:spcPct val="90000"/>
              </a:lnSpc>
              <a:defRPr b="0" spc="0" sz="880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r>
              <a:t>제목 텍스트</a:t>
            </a:r>
          </a:p>
        </p:txBody>
      </p:sp>
      <p:sp>
        <p:nvSpPr>
          <p:cNvPr id="159" name="본문 첫 번째 줄…"/>
          <p:cNvSpPr txBox="1"/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lIns="91439" tIns="91439" rIns="91439" bIns="91439"/>
          <a:lstStyle>
            <a:lvl1pPr marL="457200" indent="-457200" defTabSz="1828800">
              <a:spcBef>
                <a:spcPts val="2000"/>
              </a:spcBef>
              <a:buSzPct val="100000"/>
              <a:buFont typeface="Arial"/>
              <a:defRPr sz="560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  <a:lvl2pPr marL="990600" indent="-533400" defTabSz="1828800">
              <a:spcBef>
                <a:spcPts val="2000"/>
              </a:spcBef>
              <a:buSzPct val="100000"/>
              <a:buFont typeface="Arial"/>
              <a:defRPr sz="560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2pPr>
            <a:lvl3pPr marL="1554479" indent="-640079" defTabSz="1828800">
              <a:spcBef>
                <a:spcPts val="2000"/>
              </a:spcBef>
              <a:buSzPct val="100000"/>
              <a:buFont typeface="Arial"/>
              <a:defRPr sz="560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3pPr>
            <a:lvl4pPr marL="2082800" indent="-711200" defTabSz="1828800">
              <a:spcBef>
                <a:spcPts val="2000"/>
              </a:spcBef>
              <a:buSzPct val="100000"/>
              <a:buFont typeface="Arial"/>
              <a:defRPr sz="560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4pPr>
            <a:lvl5pPr marL="2540000" indent="-711200" defTabSz="1828800">
              <a:spcBef>
                <a:spcPts val="2000"/>
              </a:spcBef>
              <a:buSzPct val="100000"/>
              <a:buFont typeface="Arial"/>
              <a:defRPr sz="5600">
                <a:solidFill>
                  <a:srgbClr val="000000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60" name="슬라이드 번호"/>
          <p:cNvSpPr txBox="1"/>
          <p:nvPr>
            <p:ph type="sldNum" sz="quarter" idx="2"/>
          </p:nvPr>
        </p:nvSpPr>
        <p:spPr>
          <a:xfrm>
            <a:off x="22172989" y="12802235"/>
            <a:ext cx="534611" cy="551181"/>
          </a:xfrm>
          <a:prstGeom prst="rect">
            <a:avLst/>
          </a:prstGeom>
        </p:spPr>
        <p:txBody>
          <a:bodyPr lIns="91439" tIns="91439" rIns="91439" bIns="91439" anchor="ctr"/>
          <a:lstStyle>
            <a:lvl1pPr algn="r" defTabSz="1828800">
              <a:defRPr sz="2400">
                <a:solidFill>
                  <a:srgbClr val="888888"/>
                </a:solidFill>
                <a:latin typeface="맑은 고딕"/>
                <a:ea typeface="맑은 고딕"/>
                <a:cs typeface="맑은 고딕"/>
                <a:sym typeface="맑은 고딕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슬라이드 제목</a:t>
            </a:r>
          </a:p>
        </p:txBody>
      </p:sp>
      <p:sp>
        <p:nvSpPr>
          <p:cNvPr id="3" name="본문 첫 번째 줄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슬라이드 구분점 텍스트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FFFFFF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.jpe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3.png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4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hyperlink" Target="http://nsu-sw300-kosta.s3-website.ap-northeast-2.amazonaws.com/" TargetMode="External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2020 Seungup Noh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825500">
              <a:defRPr sz="3600"/>
            </a:lvl1pPr>
          </a:lstStyle>
          <a:p>
            <a:pPr/>
            <a:r>
              <a:t>2020 Seungup Noh</a:t>
            </a:r>
          </a:p>
        </p:txBody>
      </p:sp>
      <p:sp>
        <p:nvSpPr>
          <p:cNvPr id="170" name="KOSTA SW300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KOSTA SW300</a:t>
            </a:r>
          </a:p>
        </p:txBody>
      </p:sp>
      <p:sp>
        <p:nvSpPr>
          <p:cNvPr id="171" name="Capstone PT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Capstone PT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About…"/>
          <p:cNvSpPr/>
          <p:nvPr/>
        </p:nvSpPr>
        <p:spPr>
          <a:xfrm>
            <a:off x="10514015" y="5439174"/>
            <a:ext cx="2777466" cy="283765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About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Me</a:t>
            </a:r>
          </a:p>
        </p:txBody>
      </p:sp>
      <p:grpSp>
        <p:nvGrpSpPr>
          <p:cNvPr id="196" name="그룹"/>
          <p:cNvGrpSpPr/>
          <p:nvPr/>
        </p:nvGrpSpPr>
        <p:grpSpPr>
          <a:xfrm>
            <a:off x="7012921" y="13286220"/>
            <a:ext cx="9779654" cy="16969500"/>
            <a:chOff x="0" y="0"/>
            <a:chExt cx="9779652" cy="16969499"/>
          </a:xfrm>
        </p:grpSpPr>
        <p:sp>
          <p:nvSpPr>
            <p:cNvPr id="174" name="모서리가 둥근 직사각형"/>
            <p:cNvSpPr/>
            <p:nvPr/>
          </p:nvSpPr>
          <p:spPr>
            <a:xfrm>
              <a:off x="0" y="0"/>
              <a:ext cx="9779653" cy="169695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75" name="선"/>
            <p:cNvSpPr/>
            <p:nvPr/>
          </p:nvSpPr>
          <p:spPr>
            <a:xfrm>
              <a:off x="2146989" y="227274"/>
              <a:ext cx="5713845" cy="1"/>
            </a:xfrm>
            <a:prstGeom prst="line">
              <a:avLst/>
            </a:prstGeom>
            <a:noFill/>
            <a:ln w="889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76" name="Seungup Noh"/>
            <p:cNvSpPr txBox="1"/>
            <p:nvPr/>
          </p:nvSpPr>
          <p:spPr>
            <a:xfrm>
              <a:off x="3485153" y="3025699"/>
              <a:ext cx="3037516" cy="64199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b="1" sz="3500">
                  <a:solidFill>
                    <a:srgbClr val="000000"/>
                  </a:solidFill>
                </a:defRPr>
              </a:lvl1pPr>
            </a:lstStyle>
            <a:p>
              <a:pPr>
                <a:defRPr b="0"/>
              </a:pPr>
              <a:r>
                <a:rPr b="1"/>
                <a:t>Seungup Noh</a:t>
              </a:r>
            </a:p>
          </p:txBody>
        </p:sp>
        <p:grpSp>
          <p:nvGrpSpPr>
            <p:cNvPr id="179" name="그룹"/>
            <p:cNvGrpSpPr/>
            <p:nvPr/>
          </p:nvGrpSpPr>
          <p:grpSpPr>
            <a:xfrm>
              <a:off x="4140424" y="996833"/>
              <a:ext cx="1726804" cy="1734300"/>
              <a:chOff x="3571" y="0"/>
              <a:chExt cx="1726803" cy="1734299"/>
            </a:xfrm>
          </p:grpSpPr>
          <p:pic>
            <p:nvPicPr>
              <p:cNvPr id="177" name="beauty_1569407376196.jpeg" descr="beauty_1569407376196.jpeg"/>
              <p:cNvPicPr>
                <a:picLocks noChangeAspect="1"/>
              </p:cNvPicPr>
              <p:nvPr/>
            </p:nvPicPr>
            <p:blipFill>
              <a:blip r:embed="rId2">
                <a:extLst/>
              </a:blip>
              <a:srcRect l="0" t="4895" r="10" b="19787"/>
              <a:stretch>
                <a:fillRect/>
              </a:stretch>
            </p:blipFill>
            <p:spPr>
              <a:xfrm>
                <a:off x="3571" y="0"/>
                <a:ext cx="1726804" cy="17343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0595" fill="norm" stroke="1" extrusionOk="0">
                    <a:moveTo>
                      <a:pt x="10802" y="0"/>
                    </a:moveTo>
                    <a:cubicBezTo>
                      <a:pt x="8027" y="0"/>
                      <a:pt x="5250" y="1006"/>
                      <a:pt x="3133" y="3016"/>
                    </a:cubicBezTo>
                    <a:cubicBezTo>
                      <a:pt x="1253" y="4801"/>
                      <a:pt x="211" y="7075"/>
                      <a:pt x="0" y="9407"/>
                    </a:cubicBezTo>
                    <a:lnTo>
                      <a:pt x="0" y="11184"/>
                    </a:lnTo>
                    <a:cubicBezTo>
                      <a:pt x="211" y="13515"/>
                      <a:pt x="1253" y="15795"/>
                      <a:pt x="3133" y="17579"/>
                    </a:cubicBezTo>
                    <a:cubicBezTo>
                      <a:pt x="7368" y="21600"/>
                      <a:pt x="14237" y="21600"/>
                      <a:pt x="18472" y="17579"/>
                    </a:cubicBezTo>
                    <a:cubicBezTo>
                      <a:pt x="20352" y="15795"/>
                      <a:pt x="21389" y="13515"/>
                      <a:pt x="21600" y="11184"/>
                    </a:cubicBezTo>
                    <a:lnTo>
                      <a:pt x="21600" y="9407"/>
                    </a:lnTo>
                    <a:cubicBezTo>
                      <a:pt x="21389" y="7075"/>
                      <a:pt x="20352" y="4801"/>
                      <a:pt x="18472" y="3016"/>
                    </a:cubicBezTo>
                    <a:cubicBezTo>
                      <a:pt x="16355" y="1006"/>
                      <a:pt x="13578" y="0"/>
                      <a:pt x="10802" y="0"/>
                    </a:cubicBezTo>
                    <a:close/>
                  </a:path>
                </a:pathLst>
              </a:custGeom>
              <a:ln w="12700" cap="flat">
                <a:noFill/>
                <a:miter lim="400000"/>
              </a:ln>
              <a:effectLst/>
            </p:spPr>
          </p:pic>
          <p:sp>
            <p:nvSpPr>
              <p:cNvPr id="178" name="원"/>
              <p:cNvSpPr/>
              <p:nvPr/>
            </p:nvSpPr>
            <p:spPr>
              <a:xfrm>
                <a:off x="1196204" y="1213469"/>
                <a:ext cx="443606" cy="443605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solidFill>
                  <a:srgbClr val="FFFFFF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0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</p:grpSp>
        <p:sp>
          <p:nvSpPr>
            <p:cNvPr id="180" name="전화"/>
            <p:cNvSpPr/>
            <p:nvPr/>
          </p:nvSpPr>
          <p:spPr>
            <a:xfrm>
              <a:off x="1147187" y="5376309"/>
              <a:ext cx="721661" cy="7216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9" h="21372" fill="norm" stroke="1" extrusionOk="0">
                  <a:moveTo>
                    <a:pt x="4456" y="0"/>
                  </a:moveTo>
                  <a:cubicBezTo>
                    <a:pt x="4319" y="3"/>
                    <a:pt x="4182" y="47"/>
                    <a:pt x="4065" y="134"/>
                  </a:cubicBezTo>
                  <a:lnTo>
                    <a:pt x="2615" y="1212"/>
                  </a:lnTo>
                  <a:lnTo>
                    <a:pt x="6378" y="6378"/>
                  </a:lnTo>
                  <a:lnTo>
                    <a:pt x="7829" y="5299"/>
                  </a:lnTo>
                  <a:cubicBezTo>
                    <a:pt x="8140" y="5067"/>
                    <a:pt x="8206" y="4624"/>
                    <a:pt x="7975" y="4311"/>
                  </a:cubicBezTo>
                  <a:lnTo>
                    <a:pt x="5072" y="311"/>
                  </a:lnTo>
                  <a:cubicBezTo>
                    <a:pt x="4920" y="104"/>
                    <a:pt x="4686" y="-4"/>
                    <a:pt x="4456" y="0"/>
                  </a:cubicBezTo>
                  <a:close/>
                  <a:moveTo>
                    <a:pt x="2209" y="1514"/>
                  </a:moveTo>
                  <a:cubicBezTo>
                    <a:pt x="2209" y="1514"/>
                    <a:pt x="-223" y="3454"/>
                    <a:pt x="16" y="7120"/>
                  </a:cubicBezTo>
                  <a:cubicBezTo>
                    <a:pt x="16" y="7120"/>
                    <a:pt x="1473" y="11065"/>
                    <a:pt x="5867" y="15478"/>
                  </a:cubicBezTo>
                  <a:cubicBezTo>
                    <a:pt x="10261" y="19891"/>
                    <a:pt x="14189" y="21356"/>
                    <a:pt x="14189" y="21356"/>
                  </a:cubicBezTo>
                  <a:cubicBezTo>
                    <a:pt x="17838" y="21596"/>
                    <a:pt x="19772" y="19154"/>
                    <a:pt x="19772" y="19154"/>
                  </a:cubicBezTo>
                  <a:lnTo>
                    <a:pt x="14628" y="15374"/>
                  </a:lnTo>
                  <a:cubicBezTo>
                    <a:pt x="13735" y="16397"/>
                    <a:pt x="12393" y="16575"/>
                    <a:pt x="11402" y="15580"/>
                  </a:cubicBezTo>
                  <a:lnTo>
                    <a:pt x="5767" y="9920"/>
                  </a:lnTo>
                  <a:cubicBezTo>
                    <a:pt x="4776" y="8925"/>
                    <a:pt x="4954" y="7577"/>
                    <a:pt x="5972" y="6680"/>
                  </a:cubicBezTo>
                  <a:lnTo>
                    <a:pt x="2209" y="1514"/>
                  </a:lnTo>
                  <a:close/>
                  <a:moveTo>
                    <a:pt x="16463" y="13230"/>
                  </a:moveTo>
                  <a:cubicBezTo>
                    <a:pt x="16285" y="13257"/>
                    <a:pt x="16117" y="13351"/>
                    <a:pt x="16002" y="13508"/>
                  </a:cubicBezTo>
                  <a:lnTo>
                    <a:pt x="14929" y="14965"/>
                  </a:lnTo>
                  <a:lnTo>
                    <a:pt x="20071" y="18746"/>
                  </a:lnTo>
                  <a:lnTo>
                    <a:pt x="21146" y="17289"/>
                  </a:lnTo>
                  <a:cubicBezTo>
                    <a:pt x="21377" y="16976"/>
                    <a:pt x="21297" y="16523"/>
                    <a:pt x="20968" y="16278"/>
                  </a:cubicBezTo>
                  <a:lnTo>
                    <a:pt x="16985" y="13361"/>
                  </a:lnTo>
                  <a:cubicBezTo>
                    <a:pt x="16829" y="13245"/>
                    <a:pt x="16641" y="13204"/>
                    <a:pt x="16463" y="13230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81" name="학사모"/>
            <p:cNvSpPr/>
            <p:nvPr/>
          </p:nvSpPr>
          <p:spPr>
            <a:xfrm>
              <a:off x="921639" y="6789959"/>
              <a:ext cx="1172755" cy="6419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0" y="6520"/>
                  </a:lnTo>
                  <a:lnTo>
                    <a:pt x="10800" y="13043"/>
                  </a:lnTo>
                  <a:lnTo>
                    <a:pt x="18745" y="8243"/>
                  </a:lnTo>
                  <a:lnTo>
                    <a:pt x="18745" y="10509"/>
                  </a:lnTo>
                  <a:cubicBezTo>
                    <a:pt x="18606" y="10673"/>
                    <a:pt x="18515" y="10958"/>
                    <a:pt x="18515" y="11282"/>
                  </a:cubicBezTo>
                  <a:cubicBezTo>
                    <a:pt x="18515" y="11519"/>
                    <a:pt x="18563" y="11733"/>
                    <a:pt x="18643" y="11896"/>
                  </a:cubicBezTo>
                  <a:cubicBezTo>
                    <a:pt x="18499" y="12008"/>
                    <a:pt x="18399" y="12270"/>
                    <a:pt x="18399" y="12574"/>
                  </a:cubicBezTo>
                  <a:lnTo>
                    <a:pt x="18399" y="21301"/>
                  </a:lnTo>
                  <a:cubicBezTo>
                    <a:pt x="18553" y="21484"/>
                    <a:pt x="18772" y="21600"/>
                    <a:pt x="19018" y="21600"/>
                  </a:cubicBezTo>
                  <a:cubicBezTo>
                    <a:pt x="19264" y="21600"/>
                    <a:pt x="19483" y="21484"/>
                    <a:pt x="19637" y="21301"/>
                  </a:cubicBezTo>
                  <a:lnTo>
                    <a:pt x="19637" y="12556"/>
                  </a:lnTo>
                  <a:cubicBezTo>
                    <a:pt x="19637" y="12255"/>
                    <a:pt x="19538" y="11998"/>
                    <a:pt x="19396" y="11887"/>
                  </a:cubicBezTo>
                  <a:cubicBezTo>
                    <a:pt x="19474" y="11725"/>
                    <a:pt x="19523" y="11515"/>
                    <a:pt x="19523" y="11282"/>
                  </a:cubicBezTo>
                  <a:cubicBezTo>
                    <a:pt x="19523" y="10958"/>
                    <a:pt x="19430" y="10673"/>
                    <a:pt x="19291" y="10509"/>
                  </a:cubicBezTo>
                  <a:lnTo>
                    <a:pt x="19291" y="7913"/>
                  </a:lnTo>
                  <a:lnTo>
                    <a:pt x="21600" y="6520"/>
                  </a:lnTo>
                  <a:lnTo>
                    <a:pt x="10800" y="0"/>
                  </a:lnTo>
                  <a:close/>
                  <a:moveTo>
                    <a:pt x="10819" y="5598"/>
                  </a:moveTo>
                  <a:cubicBezTo>
                    <a:pt x="11223" y="5598"/>
                    <a:pt x="11551" y="5819"/>
                    <a:pt x="11551" y="6091"/>
                  </a:cubicBezTo>
                  <a:cubicBezTo>
                    <a:pt x="11551" y="6364"/>
                    <a:pt x="11223" y="6584"/>
                    <a:pt x="10819" y="6584"/>
                  </a:cubicBezTo>
                  <a:cubicBezTo>
                    <a:pt x="10414" y="6584"/>
                    <a:pt x="10084" y="6364"/>
                    <a:pt x="10085" y="6091"/>
                  </a:cubicBezTo>
                  <a:cubicBezTo>
                    <a:pt x="10085" y="5819"/>
                    <a:pt x="10414" y="5598"/>
                    <a:pt x="10819" y="5598"/>
                  </a:cubicBezTo>
                  <a:close/>
                  <a:moveTo>
                    <a:pt x="16068" y="10691"/>
                  </a:moveTo>
                  <a:lnTo>
                    <a:pt x="10800" y="13872"/>
                  </a:lnTo>
                  <a:lnTo>
                    <a:pt x="5535" y="10694"/>
                  </a:lnTo>
                  <a:cubicBezTo>
                    <a:pt x="4861" y="12240"/>
                    <a:pt x="4431" y="14116"/>
                    <a:pt x="4188" y="16122"/>
                  </a:cubicBezTo>
                  <a:cubicBezTo>
                    <a:pt x="6908" y="16652"/>
                    <a:pt x="9240" y="18095"/>
                    <a:pt x="10748" y="20074"/>
                  </a:cubicBezTo>
                  <a:cubicBezTo>
                    <a:pt x="12275" y="18069"/>
                    <a:pt x="14648" y="16613"/>
                    <a:pt x="17413" y="16101"/>
                  </a:cubicBezTo>
                  <a:cubicBezTo>
                    <a:pt x="17170" y="14102"/>
                    <a:pt x="16740" y="12232"/>
                    <a:pt x="16068" y="10691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82" name="편지"/>
            <p:cNvSpPr/>
            <p:nvPr/>
          </p:nvSpPr>
          <p:spPr>
            <a:xfrm>
              <a:off x="1147185" y="9627232"/>
              <a:ext cx="721661" cy="4562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744" y="0"/>
                  </a:moveTo>
                  <a:lnTo>
                    <a:pt x="10803" y="12213"/>
                  </a:lnTo>
                  <a:lnTo>
                    <a:pt x="20856" y="0"/>
                  </a:lnTo>
                  <a:lnTo>
                    <a:pt x="744" y="0"/>
                  </a:lnTo>
                  <a:close/>
                  <a:moveTo>
                    <a:pt x="0" y="157"/>
                  </a:moveTo>
                  <a:lnTo>
                    <a:pt x="0" y="21418"/>
                  </a:lnTo>
                  <a:cubicBezTo>
                    <a:pt x="0" y="21518"/>
                    <a:pt x="52" y="21600"/>
                    <a:pt x="115" y="21600"/>
                  </a:cubicBezTo>
                  <a:lnTo>
                    <a:pt x="21485" y="21600"/>
                  </a:lnTo>
                  <a:cubicBezTo>
                    <a:pt x="21548" y="21600"/>
                    <a:pt x="21600" y="21518"/>
                    <a:pt x="21600" y="21418"/>
                  </a:cubicBezTo>
                  <a:lnTo>
                    <a:pt x="21600" y="157"/>
                  </a:lnTo>
                  <a:lnTo>
                    <a:pt x="10976" y="13181"/>
                  </a:lnTo>
                  <a:cubicBezTo>
                    <a:pt x="10924" y="13245"/>
                    <a:pt x="10861" y="13272"/>
                    <a:pt x="10797" y="13272"/>
                  </a:cubicBezTo>
                  <a:cubicBezTo>
                    <a:pt x="10734" y="13272"/>
                    <a:pt x="10669" y="13233"/>
                    <a:pt x="10612" y="13170"/>
                  </a:cubicBezTo>
                  <a:lnTo>
                    <a:pt x="0" y="157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83" name="su.noh@naviworks.com"/>
            <p:cNvSpPr txBox="1"/>
            <p:nvPr/>
          </p:nvSpPr>
          <p:spPr>
            <a:xfrm>
              <a:off x="2305029" y="9583447"/>
              <a:ext cx="4105130" cy="5437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900">
                  <a:solidFill>
                    <a:srgbClr val="000000"/>
                  </a:solidFill>
                </a:defRPr>
              </a:lvl1pPr>
            </a:lstStyle>
            <a:p>
              <a:pPr/>
              <a:r>
                <a:t>su.noh@naviworks.com</a:t>
              </a:r>
            </a:p>
          </p:txBody>
        </p:sp>
        <p:sp>
          <p:nvSpPr>
            <p:cNvPr id="184" name="010-5052-8805"/>
            <p:cNvSpPr txBox="1"/>
            <p:nvPr/>
          </p:nvSpPr>
          <p:spPr>
            <a:xfrm>
              <a:off x="2305029" y="5465272"/>
              <a:ext cx="5169593" cy="5437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000">
                  <a:solidFill>
                    <a:srgbClr val="000000"/>
                  </a:solidFill>
                </a:defRPr>
              </a:lvl1pPr>
            </a:lstStyle>
            <a:p>
              <a:pPr/>
              <a:r>
                <a:t>010-5052-8805</a:t>
              </a:r>
            </a:p>
          </p:txBody>
        </p:sp>
        <p:sp>
          <p:nvSpPr>
            <p:cNvPr id="185" name="삼일공업고등학교 졸업"/>
            <p:cNvSpPr txBox="1"/>
            <p:nvPr/>
          </p:nvSpPr>
          <p:spPr>
            <a:xfrm>
              <a:off x="2305029" y="6835855"/>
              <a:ext cx="5169593" cy="5501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000">
                  <a:solidFill>
                    <a:srgbClr val="000000"/>
                  </a:solidFill>
                </a:defRPr>
              </a:pPr>
              <a:r>
                <a:rPr b="1">
                  <a:latin typeface="나눔고딕"/>
                  <a:ea typeface="나눔고딕"/>
                  <a:cs typeface="나눔고딕"/>
                  <a:sym typeface="나눔고딕"/>
                </a:rPr>
                <a:t>삼일공업고등학교</a:t>
              </a:r>
              <a:r>
                <a:t> </a:t>
              </a:r>
              <a:r>
                <a:rPr>
                  <a:latin typeface="나눔고딕"/>
                  <a:ea typeface="나눔고딕"/>
                  <a:cs typeface="나눔고딕"/>
                  <a:sym typeface="나눔고딕"/>
                </a:rPr>
                <a:t>졸업</a:t>
              </a:r>
            </a:p>
          </p:txBody>
        </p:sp>
        <p:sp>
          <p:nvSpPr>
            <p:cNvPr id="186" name="학교"/>
            <p:cNvSpPr/>
            <p:nvPr/>
          </p:nvSpPr>
          <p:spPr>
            <a:xfrm>
              <a:off x="1122576" y="8123901"/>
              <a:ext cx="770879" cy="72169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94" fill="norm" stroke="1" extrusionOk="0">
                  <a:moveTo>
                    <a:pt x="11838" y="1"/>
                  </a:moveTo>
                  <a:cubicBezTo>
                    <a:pt x="11451" y="20"/>
                    <a:pt x="11064" y="444"/>
                    <a:pt x="10677" y="58"/>
                  </a:cubicBezTo>
                  <a:cubicBezTo>
                    <a:pt x="10677" y="193"/>
                    <a:pt x="10677" y="375"/>
                    <a:pt x="10677" y="559"/>
                  </a:cubicBezTo>
                  <a:lnTo>
                    <a:pt x="10677" y="1177"/>
                  </a:lnTo>
                  <a:lnTo>
                    <a:pt x="10677" y="2404"/>
                  </a:lnTo>
                  <a:lnTo>
                    <a:pt x="7941" y="3999"/>
                  </a:lnTo>
                  <a:lnTo>
                    <a:pt x="5624" y="3999"/>
                  </a:lnTo>
                  <a:lnTo>
                    <a:pt x="5624" y="5805"/>
                  </a:lnTo>
                  <a:lnTo>
                    <a:pt x="0" y="5805"/>
                  </a:lnTo>
                  <a:lnTo>
                    <a:pt x="0" y="7219"/>
                  </a:lnTo>
                  <a:lnTo>
                    <a:pt x="21600" y="7219"/>
                  </a:lnTo>
                  <a:lnTo>
                    <a:pt x="21600" y="5805"/>
                  </a:lnTo>
                  <a:lnTo>
                    <a:pt x="15976" y="5805"/>
                  </a:lnTo>
                  <a:lnTo>
                    <a:pt x="15976" y="3999"/>
                  </a:lnTo>
                  <a:lnTo>
                    <a:pt x="13660" y="3999"/>
                  </a:lnTo>
                  <a:lnTo>
                    <a:pt x="10925" y="2404"/>
                  </a:lnTo>
                  <a:lnTo>
                    <a:pt x="10925" y="1325"/>
                  </a:lnTo>
                  <a:cubicBezTo>
                    <a:pt x="11358" y="1431"/>
                    <a:pt x="11792" y="847"/>
                    <a:pt x="12226" y="1278"/>
                  </a:cubicBezTo>
                  <a:cubicBezTo>
                    <a:pt x="12226" y="979"/>
                    <a:pt x="12226" y="460"/>
                    <a:pt x="12226" y="161"/>
                  </a:cubicBezTo>
                  <a:cubicBezTo>
                    <a:pt x="12097" y="32"/>
                    <a:pt x="11967" y="-6"/>
                    <a:pt x="11838" y="1"/>
                  </a:cubicBezTo>
                  <a:close/>
                  <a:moveTo>
                    <a:pt x="10800" y="3999"/>
                  </a:moveTo>
                  <a:cubicBezTo>
                    <a:pt x="11375" y="3999"/>
                    <a:pt x="11841" y="4497"/>
                    <a:pt x="11841" y="5111"/>
                  </a:cubicBezTo>
                  <a:cubicBezTo>
                    <a:pt x="11841" y="5725"/>
                    <a:pt x="11375" y="6223"/>
                    <a:pt x="10800" y="6223"/>
                  </a:cubicBezTo>
                  <a:cubicBezTo>
                    <a:pt x="10225" y="6223"/>
                    <a:pt x="9760" y="5725"/>
                    <a:pt x="9760" y="5111"/>
                  </a:cubicBezTo>
                  <a:cubicBezTo>
                    <a:pt x="9760" y="4497"/>
                    <a:pt x="10225" y="3999"/>
                    <a:pt x="10800" y="3999"/>
                  </a:cubicBezTo>
                  <a:close/>
                  <a:moveTo>
                    <a:pt x="494" y="7753"/>
                  </a:moveTo>
                  <a:lnTo>
                    <a:pt x="494" y="21594"/>
                  </a:lnTo>
                  <a:lnTo>
                    <a:pt x="7305" y="21594"/>
                  </a:lnTo>
                  <a:lnTo>
                    <a:pt x="7305" y="20913"/>
                  </a:lnTo>
                  <a:lnTo>
                    <a:pt x="8005" y="20913"/>
                  </a:lnTo>
                  <a:lnTo>
                    <a:pt x="8005" y="20205"/>
                  </a:lnTo>
                  <a:lnTo>
                    <a:pt x="8704" y="20205"/>
                  </a:lnTo>
                  <a:lnTo>
                    <a:pt x="8704" y="19498"/>
                  </a:lnTo>
                  <a:lnTo>
                    <a:pt x="9200" y="19498"/>
                  </a:lnTo>
                  <a:lnTo>
                    <a:pt x="9200" y="16916"/>
                  </a:lnTo>
                  <a:lnTo>
                    <a:pt x="8461" y="16916"/>
                  </a:lnTo>
                  <a:lnTo>
                    <a:pt x="10786" y="15561"/>
                  </a:lnTo>
                  <a:lnTo>
                    <a:pt x="13110" y="16916"/>
                  </a:lnTo>
                  <a:lnTo>
                    <a:pt x="12401" y="16916"/>
                  </a:lnTo>
                  <a:lnTo>
                    <a:pt x="12401" y="19498"/>
                  </a:lnTo>
                  <a:lnTo>
                    <a:pt x="12898" y="19498"/>
                  </a:lnTo>
                  <a:lnTo>
                    <a:pt x="12898" y="20205"/>
                  </a:lnTo>
                  <a:lnTo>
                    <a:pt x="13596" y="20205"/>
                  </a:lnTo>
                  <a:lnTo>
                    <a:pt x="13596" y="20913"/>
                  </a:lnTo>
                  <a:lnTo>
                    <a:pt x="14295" y="20913"/>
                  </a:lnTo>
                  <a:lnTo>
                    <a:pt x="14295" y="21594"/>
                  </a:lnTo>
                  <a:lnTo>
                    <a:pt x="21107" y="21594"/>
                  </a:lnTo>
                  <a:lnTo>
                    <a:pt x="21107" y="7753"/>
                  </a:lnTo>
                  <a:lnTo>
                    <a:pt x="494" y="7753"/>
                  </a:lnTo>
                  <a:close/>
                  <a:moveTo>
                    <a:pt x="1801" y="9133"/>
                  </a:moveTo>
                  <a:lnTo>
                    <a:pt x="4293" y="9133"/>
                  </a:lnTo>
                  <a:lnTo>
                    <a:pt x="4293" y="11148"/>
                  </a:lnTo>
                  <a:lnTo>
                    <a:pt x="1801" y="11148"/>
                  </a:lnTo>
                  <a:lnTo>
                    <a:pt x="1801" y="9133"/>
                  </a:lnTo>
                  <a:close/>
                  <a:moveTo>
                    <a:pt x="5670" y="9133"/>
                  </a:moveTo>
                  <a:lnTo>
                    <a:pt x="8162" y="9133"/>
                  </a:lnTo>
                  <a:lnTo>
                    <a:pt x="8162" y="11148"/>
                  </a:lnTo>
                  <a:lnTo>
                    <a:pt x="5670" y="11148"/>
                  </a:lnTo>
                  <a:lnTo>
                    <a:pt x="5670" y="9133"/>
                  </a:lnTo>
                  <a:close/>
                  <a:moveTo>
                    <a:pt x="9539" y="9133"/>
                  </a:moveTo>
                  <a:lnTo>
                    <a:pt x="12032" y="9133"/>
                  </a:lnTo>
                  <a:lnTo>
                    <a:pt x="12032" y="11148"/>
                  </a:lnTo>
                  <a:lnTo>
                    <a:pt x="9539" y="11148"/>
                  </a:lnTo>
                  <a:lnTo>
                    <a:pt x="9539" y="9133"/>
                  </a:lnTo>
                  <a:close/>
                  <a:moveTo>
                    <a:pt x="13411" y="9133"/>
                  </a:moveTo>
                  <a:lnTo>
                    <a:pt x="15901" y="9133"/>
                  </a:lnTo>
                  <a:lnTo>
                    <a:pt x="15901" y="11148"/>
                  </a:lnTo>
                  <a:lnTo>
                    <a:pt x="13411" y="11148"/>
                  </a:lnTo>
                  <a:lnTo>
                    <a:pt x="13411" y="9133"/>
                  </a:lnTo>
                  <a:close/>
                  <a:moveTo>
                    <a:pt x="17280" y="9133"/>
                  </a:moveTo>
                  <a:lnTo>
                    <a:pt x="19771" y="9133"/>
                  </a:lnTo>
                  <a:lnTo>
                    <a:pt x="19771" y="11148"/>
                  </a:lnTo>
                  <a:lnTo>
                    <a:pt x="17280" y="11148"/>
                  </a:lnTo>
                  <a:lnTo>
                    <a:pt x="17280" y="9133"/>
                  </a:lnTo>
                  <a:close/>
                  <a:moveTo>
                    <a:pt x="1801" y="13025"/>
                  </a:moveTo>
                  <a:lnTo>
                    <a:pt x="4293" y="13025"/>
                  </a:lnTo>
                  <a:lnTo>
                    <a:pt x="4293" y="15040"/>
                  </a:lnTo>
                  <a:lnTo>
                    <a:pt x="1801" y="15040"/>
                  </a:lnTo>
                  <a:lnTo>
                    <a:pt x="1801" y="13025"/>
                  </a:lnTo>
                  <a:close/>
                  <a:moveTo>
                    <a:pt x="5670" y="13025"/>
                  </a:moveTo>
                  <a:lnTo>
                    <a:pt x="8162" y="13025"/>
                  </a:lnTo>
                  <a:lnTo>
                    <a:pt x="8162" y="15040"/>
                  </a:lnTo>
                  <a:lnTo>
                    <a:pt x="5670" y="15040"/>
                  </a:lnTo>
                  <a:lnTo>
                    <a:pt x="5670" y="13025"/>
                  </a:lnTo>
                  <a:close/>
                  <a:moveTo>
                    <a:pt x="9539" y="13025"/>
                  </a:moveTo>
                  <a:lnTo>
                    <a:pt x="12032" y="13025"/>
                  </a:lnTo>
                  <a:lnTo>
                    <a:pt x="12032" y="15040"/>
                  </a:lnTo>
                  <a:lnTo>
                    <a:pt x="9539" y="15040"/>
                  </a:lnTo>
                  <a:lnTo>
                    <a:pt x="9539" y="13025"/>
                  </a:lnTo>
                  <a:close/>
                  <a:moveTo>
                    <a:pt x="13411" y="13025"/>
                  </a:moveTo>
                  <a:lnTo>
                    <a:pt x="15901" y="13025"/>
                  </a:lnTo>
                  <a:lnTo>
                    <a:pt x="15901" y="15040"/>
                  </a:lnTo>
                  <a:lnTo>
                    <a:pt x="13411" y="15040"/>
                  </a:lnTo>
                  <a:lnTo>
                    <a:pt x="13411" y="13025"/>
                  </a:lnTo>
                  <a:close/>
                  <a:moveTo>
                    <a:pt x="17280" y="13025"/>
                  </a:moveTo>
                  <a:lnTo>
                    <a:pt x="19771" y="13025"/>
                  </a:lnTo>
                  <a:lnTo>
                    <a:pt x="19771" y="15040"/>
                  </a:lnTo>
                  <a:lnTo>
                    <a:pt x="17280" y="15040"/>
                  </a:lnTo>
                  <a:lnTo>
                    <a:pt x="17280" y="13025"/>
                  </a:lnTo>
                  <a:close/>
                  <a:moveTo>
                    <a:pt x="1801" y="16916"/>
                  </a:moveTo>
                  <a:lnTo>
                    <a:pt x="4293" y="16916"/>
                  </a:lnTo>
                  <a:lnTo>
                    <a:pt x="4293" y="18931"/>
                  </a:lnTo>
                  <a:lnTo>
                    <a:pt x="1801" y="18931"/>
                  </a:lnTo>
                  <a:lnTo>
                    <a:pt x="1801" y="16916"/>
                  </a:lnTo>
                  <a:close/>
                  <a:moveTo>
                    <a:pt x="5670" y="16916"/>
                  </a:moveTo>
                  <a:lnTo>
                    <a:pt x="8162" y="16916"/>
                  </a:lnTo>
                  <a:lnTo>
                    <a:pt x="8162" y="18931"/>
                  </a:lnTo>
                  <a:lnTo>
                    <a:pt x="5670" y="18931"/>
                  </a:lnTo>
                  <a:lnTo>
                    <a:pt x="5670" y="16916"/>
                  </a:lnTo>
                  <a:close/>
                  <a:moveTo>
                    <a:pt x="9733" y="16916"/>
                  </a:moveTo>
                  <a:lnTo>
                    <a:pt x="9733" y="19498"/>
                  </a:lnTo>
                  <a:lnTo>
                    <a:pt x="11868" y="19498"/>
                  </a:lnTo>
                  <a:lnTo>
                    <a:pt x="11868" y="16916"/>
                  </a:lnTo>
                  <a:lnTo>
                    <a:pt x="9733" y="16916"/>
                  </a:lnTo>
                  <a:close/>
                  <a:moveTo>
                    <a:pt x="13411" y="16916"/>
                  </a:moveTo>
                  <a:lnTo>
                    <a:pt x="15901" y="16916"/>
                  </a:lnTo>
                  <a:lnTo>
                    <a:pt x="15901" y="18931"/>
                  </a:lnTo>
                  <a:lnTo>
                    <a:pt x="13411" y="18931"/>
                  </a:lnTo>
                  <a:lnTo>
                    <a:pt x="13411" y="16916"/>
                  </a:lnTo>
                  <a:close/>
                  <a:moveTo>
                    <a:pt x="17280" y="16916"/>
                  </a:moveTo>
                  <a:lnTo>
                    <a:pt x="19771" y="16916"/>
                  </a:lnTo>
                  <a:lnTo>
                    <a:pt x="19771" y="18931"/>
                  </a:lnTo>
                  <a:lnTo>
                    <a:pt x="17280" y="18931"/>
                  </a:lnTo>
                  <a:lnTo>
                    <a:pt x="17280" y="16916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87" name="한국산업기술대학교에서 ICT융합공학 전공"/>
            <p:cNvSpPr txBox="1"/>
            <p:nvPr/>
          </p:nvSpPr>
          <p:spPr>
            <a:xfrm>
              <a:off x="2305029" y="8196422"/>
              <a:ext cx="6781155" cy="5766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900">
                  <a:solidFill>
                    <a:srgbClr val="000000"/>
                  </a:solidFill>
                </a:defRPr>
              </a:pPr>
              <a:r>
                <a:rPr b="1">
                  <a:latin typeface="나눔고딕"/>
                  <a:ea typeface="나눔고딕"/>
                  <a:cs typeface="나눔고딕"/>
                  <a:sym typeface="나눔고딕"/>
                </a:rPr>
                <a:t>한국산업기술대학교</a:t>
              </a:r>
              <a:r>
                <a:rPr>
                  <a:latin typeface="나눔고딕"/>
                  <a:ea typeface="나눔고딕"/>
                  <a:cs typeface="나눔고딕"/>
                  <a:sym typeface="나눔고딕"/>
                </a:rPr>
                <a:t>에서</a:t>
              </a:r>
              <a:r>
                <a:t> ICT융합공학 전공</a:t>
              </a:r>
            </a:p>
          </p:txBody>
        </p:sp>
        <p:sp>
          <p:nvSpPr>
            <p:cNvPr id="188" name="호텔"/>
            <p:cNvSpPr/>
            <p:nvPr/>
          </p:nvSpPr>
          <p:spPr>
            <a:xfrm>
              <a:off x="1077965" y="3847481"/>
              <a:ext cx="860104" cy="104114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845" y="0"/>
                  </a:moveTo>
                  <a:lnTo>
                    <a:pt x="3845" y="21600"/>
                  </a:lnTo>
                  <a:lnTo>
                    <a:pt x="9622" y="21600"/>
                  </a:lnTo>
                  <a:lnTo>
                    <a:pt x="9622" y="17888"/>
                  </a:lnTo>
                  <a:lnTo>
                    <a:pt x="11892" y="17888"/>
                  </a:lnTo>
                  <a:lnTo>
                    <a:pt x="11892" y="21600"/>
                  </a:lnTo>
                  <a:lnTo>
                    <a:pt x="13548" y="21600"/>
                  </a:lnTo>
                  <a:lnTo>
                    <a:pt x="13548" y="17888"/>
                  </a:lnTo>
                  <a:lnTo>
                    <a:pt x="15817" y="17888"/>
                  </a:lnTo>
                  <a:lnTo>
                    <a:pt x="15817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3845" y="0"/>
                  </a:lnTo>
                  <a:close/>
                  <a:moveTo>
                    <a:pt x="0" y="1697"/>
                  </a:moveTo>
                  <a:lnTo>
                    <a:pt x="0" y="11543"/>
                  </a:lnTo>
                  <a:lnTo>
                    <a:pt x="2976" y="11543"/>
                  </a:lnTo>
                  <a:lnTo>
                    <a:pt x="2976" y="1697"/>
                  </a:lnTo>
                  <a:lnTo>
                    <a:pt x="0" y="1697"/>
                  </a:lnTo>
                  <a:close/>
                  <a:moveTo>
                    <a:pt x="5704" y="1707"/>
                  </a:moveTo>
                  <a:lnTo>
                    <a:pt x="7975" y="1707"/>
                  </a:lnTo>
                  <a:lnTo>
                    <a:pt x="7975" y="3582"/>
                  </a:lnTo>
                  <a:lnTo>
                    <a:pt x="5704" y="3582"/>
                  </a:lnTo>
                  <a:lnTo>
                    <a:pt x="5704" y="1707"/>
                  </a:lnTo>
                  <a:close/>
                  <a:moveTo>
                    <a:pt x="9622" y="1707"/>
                  </a:moveTo>
                  <a:lnTo>
                    <a:pt x="11892" y="1707"/>
                  </a:lnTo>
                  <a:lnTo>
                    <a:pt x="11892" y="3582"/>
                  </a:lnTo>
                  <a:lnTo>
                    <a:pt x="9622" y="3582"/>
                  </a:lnTo>
                  <a:lnTo>
                    <a:pt x="9622" y="1707"/>
                  </a:lnTo>
                  <a:close/>
                  <a:moveTo>
                    <a:pt x="13548" y="1707"/>
                  </a:moveTo>
                  <a:lnTo>
                    <a:pt x="15817" y="1707"/>
                  </a:lnTo>
                  <a:lnTo>
                    <a:pt x="15817" y="3582"/>
                  </a:lnTo>
                  <a:lnTo>
                    <a:pt x="13548" y="3582"/>
                  </a:lnTo>
                  <a:lnTo>
                    <a:pt x="13548" y="1707"/>
                  </a:lnTo>
                  <a:close/>
                  <a:moveTo>
                    <a:pt x="17473" y="1707"/>
                  </a:moveTo>
                  <a:lnTo>
                    <a:pt x="19742" y="1707"/>
                  </a:lnTo>
                  <a:lnTo>
                    <a:pt x="19742" y="3582"/>
                  </a:lnTo>
                  <a:lnTo>
                    <a:pt x="17473" y="3582"/>
                  </a:lnTo>
                  <a:lnTo>
                    <a:pt x="17473" y="1707"/>
                  </a:lnTo>
                  <a:close/>
                  <a:moveTo>
                    <a:pt x="1490" y="2307"/>
                  </a:moveTo>
                  <a:lnTo>
                    <a:pt x="1727" y="2906"/>
                  </a:lnTo>
                  <a:lnTo>
                    <a:pt x="2486" y="2906"/>
                  </a:lnTo>
                  <a:lnTo>
                    <a:pt x="1871" y="3275"/>
                  </a:lnTo>
                  <a:lnTo>
                    <a:pt x="2106" y="3874"/>
                  </a:lnTo>
                  <a:lnTo>
                    <a:pt x="1490" y="3508"/>
                  </a:lnTo>
                  <a:lnTo>
                    <a:pt x="877" y="3874"/>
                  </a:lnTo>
                  <a:lnTo>
                    <a:pt x="1112" y="3275"/>
                  </a:lnTo>
                  <a:lnTo>
                    <a:pt x="497" y="2906"/>
                  </a:lnTo>
                  <a:lnTo>
                    <a:pt x="1255" y="2906"/>
                  </a:lnTo>
                  <a:lnTo>
                    <a:pt x="1490" y="2307"/>
                  </a:lnTo>
                  <a:close/>
                  <a:moveTo>
                    <a:pt x="1490" y="4528"/>
                  </a:moveTo>
                  <a:lnTo>
                    <a:pt x="1727" y="5129"/>
                  </a:lnTo>
                  <a:lnTo>
                    <a:pt x="2486" y="5129"/>
                  </a:lnTo>
                  <a:lnTo>
                    <a:pt x="1871" y="5495"/>
                  </a:lnTo>
                  <a:lnTo>
                    <a:pt x="2106" y="6095"/>
                  </a:lnTo>
                  <a:lnTo>
                    <a:pt x="1490" y="5728"/>
                  </a:lnTo>
                  <a:lnTo>
                    <a:pt x="877" y="6095"/>
                  </a:lnTo>
                  <a:lnTo>
                    <a:pt x="1112" y="5495"/>
                  </a:lnTo>
                  <a:lnTo>
                    <a:pt x="497" y="5129"/>
                  </a:lnTo>
                  <a:lnTo>
                    <a:pt x="1255" y="5129"/>
                  </a:lnTo>
                  <a:lnTo>
                    <a:pt x="1490" y="4528"/>
                  </a:lnTo>
                  <a:close/>
                  <a:moveTo>
                    <a:pt x="5704" y="4987"/>
                  </a:moveTo>
                  <a:lnTo>
                    <a:pt x="7975" y="4987"/>
                  </a:lnTo>
                  <a:lnTo>
                    <a:pt x="7975" y="6863"/>
                  </a:lnTo>
                  <a:lnTo>
                    <a:pt x="5704" y="6863"/>
                  </a:lnTo>
                  <a:lnTo>
                    <a:pt x="5704" y="4987"/>
                  </a:lnTo>
                  <a:close/>
                  <a:moveTo>
                    <a:pt x="9622" y="4987"/>
                  </a:moveTo>
                  <a:lnTo>
                    <a:pt x="11892" y="4987"/>
                  </a:lnTo>
                  <a:lnTo>
                    <a:pt x="11892" y="6863"/>
                  </a:lnTo>
                  <a:lnTo>
                    <a:pt x="9622" y="6863"/>
                  </a:lnTo>
                  <a:lnTo>
                    <a:pt x="9622" y="4987"/>
                  </a:lnTo>
                  <a:close/>
                  <a:moveTo>
                    <a:pt x="13548" y="4987"/>
                  </a:moveTo>
                  <a:lnTo>
                    <a:pt x="15817" y="4987"/>
                  </a:lnTo>
                  <a:lnTo>
                    <a:pt x="15817" y="6863"/>
                  </a:lnTo>
                  <a:lnTo>
                    <a:pt x="13548" y="6863"/>
                  </a:lnTo>
                  <a:lnTo>
                    <a:pt x="13548" y="4987"/>
                  </a:lnTo>
                  <a:close/>
                  <a:moveTo>
                    <a:pt x="17473" y="4987"/>
                  </a:moveTo>
                  <a:lnTo>
                    <a:pt x="19742" y="4987"/>
                  </a:lnTo>
                  <a:lnTo>
                    <a:pt x="19742" y="6863"/>
                  </a:lnTo>
                  <a:lnTo>
                    <a:pt x="17473" y="6863"/>
                  </a:lnTo>
                  <a:lnTo>
                    <a:pt x="17473" y="4987"/>
                  </a:lnTo>
                  <a:close/>
                  <a:moveTo>
                    <a:pt x="1490" y="6939"/>
                  </a:moveTo>
                  <a:lnTo>
                    <a:pt x="1727" y="7539"/>
                  </a:lnTo>
                  <a:lnTo>
                    <a:pt x="2486" y="7539"/>
                  </a:lnTo>
                  <a:lnTo>
                    <a:pt x="1871" y="7905"/>
                  </a:lnTo>
                  <a:lnTo>
                    <a:pt x="2106" y="8507"/>
                  </a:lnTo>
                  <a:lnTo>
                    <a:pt x="1490" y="8138"/>
                  </a:lnTo>
                  <a:lnTo>
                    <a:pt x="877" y="8507"/>
                  </a:lnTo>
                  <a:lnTo>
                    <a:pt x="1112" y="7905"/>
                  </a:lnTo>
                  <a:lnTo>
                    <a:pt x="497" y="7539"/>
                  </a:lnTo>
                  <a:lnTo>
                    <a:pt x="1255" y="7539"/>
                  </a:lnTo>
                  <a:lnTo>
                    <a:pt x="1490" y="6939"/>
                  </a:lnTo>
                  <a:close/>
                  <a:moveTo>
                    <a:pt x="5704" y="8274"/>
                  </a:moveTo>
                  <a:lnTo>
                    <a:pt x="7975" y="8274"/>
                  </a:lnTo>
                  <a:lnTo>
                    <a:pt x="7975" y="10148"/>
                  </a:lnTo>
                  <a:lnTo>
                    <a:pt x="5704" y="10148"/>
                  </a:lnTo>
                  <a:lnTo>
                    <a:pt x="5704" y="8274"/>
                  </a:lnTo>
                  <a:close/>
                  <a:moveTo>
                    <a:pt x="9622" y="8274"/>
                  </a:moveTo>
                  <a:lnTo>
                    <a:pt x="11892" y="8274"/>
                  </a:lnTo>
                  <a:lnTo>
                    <a:pt x="11892" y="10148"/>
                  </a:lnTo>
                  <a:lnTo>
                    <a:pt x="9622" y="10148"/>
                  </a:lnTo>
                  <a:lnTo>
                    <a:pt x="9622" y="8274"/>
                  </a:lnTo>
                  <a:close/>
                  <a:moveTo>
                    <a:pt x="13548" y="8274"/>
                  </a:moveTo>
                  <a:lnTo>
                    <a:pt x="15817" y="8274"/>
                  </a:lnTo>
                  <a:lnTo>
                    <a:pt x="15817" y="10148"/>
                  </a:lnTo>
                  <a:lnTo>
                    <a:pt x="13548" y="10148"/>
                  </a:lnTo>
                  <a:lnTo>
                    <a:pt x="13548" y="8274"/>
                  </a:lnTo>
                  <a:close/>
                  <a:moveTo>
                    <a:pt x="17473" y="8274"/>
                  </a:moveTo>
                  <a:lnTo>
                    <a:pt x="19742" y="8274"/>
                  </a:lnTo>
                  <a:lnTo>
                    <a:pt x="19742" y="10148"/>
                  </a:lnTo>
                  <a:lnTo>
                    <a:pt x="17473" y="10148"/>
                  </a:lnTo>
                  <a:lnTo>
                    <a:pt x="17473" y="8274"/>
                  </a:lnTo>
                  <a:close/>
                  <a:moveTo>
                    <a:pt x="1490" y="9224"/>
                  </a:moveTo>
                  <a:lnTo>
                    <a:pt x="1727" y="9824"/>
                  </a:lnTo>
                  <a:lnTo>
                    <a:pt x="2486" y="9824"/>
                  </a:lnTo>
                  <a:lnTo>
                    <a:pt x="1871" y="10192"/>
                  </a:lnTo>
                  <a:lnTo>
                    <a:pt x="2106" y="10792"/>
                  </a:lnTo>
                  <a:lnTo>
                    <a:pt x="1490" y="10425"/>
                  </a:lnTo>
                  <a:lnTo>
                    <a:pt x="877" y="10792"/>
                  </a:lnTo>
                  <a:lnTo>
                    <a:pt x="1112" y="10192"/>
                  </a:lnTo>
                  <a:lnTo>
                    <a:pt x="497" y="9824"/>
                  </a:lnTo>
                  <a:lnTo>
                    <a:pt x="1255" y="9824"/>
                  </a:lnTo>
                  <a:lnTo>
                    <a:pt x="1490" y="9224"/>
                  </a:lnTo>
                  <a:close/>
                  <a:moveTo>
                    <a:pt x="5704" y="11553"/>
                  </a:moveTo>
                  <a:lnTo>
                    <a:pt x="7975" y="11553"/>
                  </a:lnTo>
                  <a:lnTo>
                    <a:pt x="7975" y="13429"/>
                  </a:lnTo>
                  <a:lnTo>
                    <a:pt x="5704" y="13429"/>
                  </a:lnTo>
                  <a:lnTo>
                    <a:pt x="5704" y="11553"/>
                  </a:lnTo>
                  <a:close/>
                  <a:moveTo>
                    <a:pt x="9622" y="11553"/>
                  </a:moveTo>
                  <a:lnTo>
                    <a:pt x="11892" y="11553"/>
                  </a:lnTo>
                  <a:lnTo>
                    <a:pt x="11892" y="13429"/>
                  </a:lnTo>
                  <a:lnTo>
                    <a:pt x="9622" y="13429"/>
                  </a:lnTo>
                  <a:lnTo>
                    <a:pt x="9622" y="11553"/>
                  </a:lnTo>
                  <a:close/>
                  <a:moveTo>
                    <a:pt x="13548" y="11553"/>
                  </a:moveTo>
                  <a:lnTo>
                    <a:pt x="15817" y="11553"/>
                  </a:lnTo>
                  <a:lnTo>
                    <a:pt x="15817" y="13429"/>
                  </a:lnTo>
                  <a:lnTo>
                    <a:pt x="13548" y="13429"/>
                  </a:lnTo>
                  <a:lnTo>
                    <a:pt x="13548" y="11553"/>
                  </a:lnTo>
                  <a:close/>
                  <a:moveTo>
                    <a:pt x="17473" y="11553"/>
                  </a:moveTo>
                  <a:lnTo>
                    <a:pt x="19742" y="11553"/>
                  </a:lnTo>
                  <a:lnTo>
                    <a:pt x="19742" y="13429"/>
                  </a:lnTo>
                  <a:lnTo>
                    <a:pt x="17473" y="13429"/>
                  </a:lnTo>
                  <a:lnTo>
                    <a:pt x="17473" y="11553"/>
                  </a:lnTo>
                  <a:close/>
                  <a:moveTo>
                    <a:pt x="5704" y="14840"/>
                  </a:moveTo>
                  <a:lnTo>
                    <a:pt x="7975" y="14840"/>
                  </a:lnTo>
                  <a:lnTo>
                    <a:pt x="7975" y="16714"/>
                  </a:lnTo>
                  <a:lnTo>
                    <a:pt x="5704" y="16714"/>
                  </a:lnTo>
                  <a:lnTo>
                    <a:pt x="5704" y="14840"/>
                  </a:lnTo>
                  <a:close/>
                  <a:moveTo>
                    <a:pt x="9622" y="14840"/>
                  </a:moveTo>
                  <a:lnTo>
                    <a:pt x="11892" y="14840"/>
                  </a:lnTo>
                  <a:lnTo>
                    <a:pt x="11892" y="16714"/>
                  </a:lnTo>
                  <a:lnTo>
                    <a:pt x="9622" y="16714"/>
                  </a:lnTo>
                  <a:lnTo>
                    <a:pt x="9622" y="14840"/>
                  </a:lnTo>
                  <a:close/>
                  <a:moveTo>
                    <a:pt x="13548" y="14840"/>
                  </a:moveTo>
                  <a:lnTo>
                    <a:pt x="15817" y="14840"/>
                  </a:lnTo>
                  <a:lnTo>
                    <a:pt x="15817" y="16714"/>
                  </a:lnTo>
                  <a:lnTo>
                    <a:pt x="13548" y="16714"/>
                  </a:lnTo>
                  <a:lnTo>
                    <a:pt x="13548" y="14840"/>
                  </a:lnTo>
                  <a:close/>
                  <a:moveTo>
                    <a:pt x="17473" y="14840"/>
                  </a:moveTo>
                  <a:lnTo>
                    <a:pt x="19742" y="14840"/>
                  </a:lnTo>
                  <a:lnTo>
                    <a:pt x="19742" y="16714"/>
                  </a:lnTo>
                  <a:lnTo>
                    <a:pt x="17473" y="16714"/>
                  </a:lnTo>
                  <a:lnTo>
                    <a:pt x="17473" y="1484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89" name="네비웍스 BITA 에서 근무"/>
            <p:cNvSpPr txBox="1"/>
            <p:nvPr/>
          </p:nvSpPr>
          <p:spPr>
            <a:xfrm>
              <a:off x="2305029" y="4097176"/>
              <a:ext cx="5169593" cy="5417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000">
                  <a:solidFill>
                    <a:srgbClr val="000000"/>
                  </a:solidFill>
                </a:defRPr>
              </a:pPr>
              <a:r>
                <a:rPr b="1">
                  <a:latin typeface="나눔고딕"/>
                  <a:ea typeface="나눔고딕"/>
                  <a:cs typeface="나눔고딕"/>
                  <a:sym typeface="나눔고딕"/>
                </a:rPr>
                <a:t>네비웍스 BITA </a:t>
              </a:r>
              <a:r>
                <a:rPr>
                  <a:latin typeface="나눔고딕"/>
                  <a:ea typeface="나눔고딕"/>
                  <a:cs typeface="나눔고딕"/>
                  <a:sym typeface="나눔고딕"/>
                </a:rPr>
                <a:t>에서 근무</a:t>
              </a:r>
            </a:p>
          </p:txBody>
        </p:sp>
        <p:sp>
          <p:nvSpPr>
            <p:cNvPr id="190" name="위치 핀"/>
            <p:cNvSpPr/>
            <p:nvPr/>
          </p:nvSpPr>
          <p:spPr>
            <a:xfrm>
              <a:off x="1242851" y="10937588"/>
              <a:ext cx="530330" cy="8547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cubicBezTo>
                    <a:pt x="4838" y="0"/>
                    <a:pt x="0" y="2997"/>
                    <a:pt x="0" y="6701"/>
                  </a:cubicBezTo>
                  <a:cubicBezTo>
                    <a:pt x="0" y="12819"/>
                    <a:pt x="10800" y="21600"/>
                    <a:pt x="10800" y="21600"/>
                  </a:cubicBezTo>
                  <a:cubicBezTo>
                    <a:pt x="10800" y="21600"/>
                    <a:pt x="21600" y="12814"/>
                    <a:pt x="21600" y="6701"/>
                  </a:cubicBezTo>
                  <a:cubicBezTo>
                    <a:pt x="21600" y="2997"/>
                    <a:pt x="16762" y="0"/>
                    <a:pt x="10800" y="0"/>
                  </a:cubicBezTo>
                  <a:close/>
                  <a:moveTo>
                    <a:pt x="10800" y="2683"/>
                  </a:moveTo>
                  <a:cubicBezTo>
                    <a:pt x="14368" y="2683"/>
                    <a:pt x="17267" y="4482"/>
                    <a:pt x="17267" y="6696"/>
                  </a:cubicBezTo>
                  <a:cubicBezTo>
                    <a:pt x="17267" y="8910"/>
                    <a:pt x="14368" y="10709"/>
                    <a:pt x="10800" y="10709"/>
                  </a:cubicBezTo>
                  <a:cubicBezTo>
                    <a:pt x="7232" y="10709"/>
                    <a:pt x="4335" y="8910"/>
                    <a:pt x="4335" y="6696"/>
                  </a:cubicBezTo>
                  <a:cubicBezTo>
                    <a:pt x="4335" y="4482"/>
                    <a:pt x="7232" y="2683"/>
                    <a:pt x="10800" y="2683"/>
                  </a:cubicBezTo>
                  <a:close/>
                  <a:moveTo>
                    <a:pt x="10800" y="4769"/>
                  </a:moveTo>
                  <a:cubicBezTo>
                    <a:pt x="9085" y="4769"/>
                    <a:pt x="7686" y="5632"/>
                    <a:pt x="7686" y="6701"/>
                  </a:cubicBezTo>
                  <a:cubicBezTo>
                    <a:pt x="7686" y="7770"/>
                    <a:pt x="9077" y="8635"/>
                    <a:pt x="10800" y="8635"/>
                  </a:cubicBezTo>
                  <a:cubicBezTo>
                    <a:pt x="12523" y="8635"/>
                    <a:pt x="13917" y="7770"/>
                    <a:pt x="13917" y="6701"/>
                  </a:cubicBezTo>
                  <a:cubicBezTo>
                    <a:pt x="13917" y="5632"/>
                    <a:pt x="12515" y="4769"/>
                    <a:pt x="10800" y="4769"/>
                  </a:cubicBez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91" name="경기도 화성시 거주"/>
            <p:cNvSpPr txBox="1"/>
            <p:nvPr/>
          </p:nvSpPr>
          <p:spPr>
            <a:xfrm>
              <a:off x="2305029" y="11089851"/>
              <a:ext cx="5169593" cy="5501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000">
                  <a:solidFill>
                    <a:srgbClr val="000000"/>
                  </a:solidFill>
                </a:defRPr>
              </a:pPr>
              <a:r>
                <a:rPr b="1">
                  <a:latin typeface="나눔고딕"/>
                  <a:ea typeface="나눔고딕"/>
                  <a:cs typeface="나눔고딕"/>
                  <a:sym typeface="나눔고딕"/>
                </a:rPr>
                <a:t>경기도 화성시</a:t>
              </a:r>
              <a:r>
                <a:t> </a:t>
              </a:r>
              <a:r>
                <a:rPr>
                  <a:latin typeface="나눔고딕"/>
                  <a:ea typeface="나눔고딕"/>
                  <a:cs typeface="나눔고딕"/>
                  <a:sym typeface="나눔고딕"/>
                </a:rPr>
                <a:t>거주</a:t>
              </a:r>
            </a:p>
          </p:txBody>
        </p:sp>
        <p:sp>
          <p:nvSpPr>
            <p:cNvPr id="192" name="컴퓨터"/>
            <p:cNvSpPr/>
            <p:nvPr/>
          </p:nvSpPr>
          <p:spPr>
            <a:xfrm>
              <a:off x="978436" y="12602680"/>
              <a:ext cx="1059162" cy="8547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600" fill="norm" stroke="1" extrusionOk="0">
                  <a:moveTo>
                    <a:pt x="464" y="0"/>
                  </a:moveTo>
                  <a:cubicBezTo>
                    <a:pt x="210" y="0"/>
                    <a:pt x="0" y="261"/>
                    <a:pt x="0" y="575"/>
                  </a:cubicBezTo>
                  <a:lnTo>
                    <a:pt x="0" y="17777"/>
                  </a:lnTo>
                  <a:cubicBezTo>
                    <a:pt x="0" y="18091"/>
                    <a:pt x="210" y="18354"/>
                    <a:pt x="464" y="18354"/>
                  </a:cubicBezTo>
                  <a:lnTo>
                    <a:pt x="9148" y="18354"/>
                  </a:lnTo>
                  <a:lnTo>
                    <a:pt x="9116" y="18513"/>
                  </a:lnTo>
                  <a:lnTo>
                    <a:pt x="8753" y="20763"/>
                  </a:lnTo>
                  <a:lnTo>
                    <a:pt x="7690" y="20763"/>
                  </a:lnTo>
                  <a:lnTo>
                    <a:pt x="7690" y="21600"/>
                  </a:lnTo>
                  <a:lnTo>
                    <a:pt x="10486" y="21600"/>
                  </a:lnTo>
                  <a:lnTo>
                    <a:pt x="11107" y="21600"/>
                  </a:lnTo>
                  <a:lnTo>
                    <a:pt x="13905" y="21600"/>
                  </a:lnTo>
                  <a:lnTo>
                    <a:pt x="13905" y="20763"/>
                  </a:lnTo>
                  <a:lnTo>
                    <a:pt x="12842" y="20763"/>
                  </a:lnTo>
                  <a:lnTo>
                    <a:pt x="12479" y="18513"/>
                  </a:lnTo>
                  <a:lnTo>
                    <a:pt x="12452" y="18354"/>
                  </a:lnTo>
                  <a:lnTo>
                    <a:pt x="21131" y="18354"/>
                  </a:lnTo>
                  <a:cubicBezTo>
                    <a:pt x="21384" y="18354"/>
                    <a:pt x="21595" y="18091"/>
                    <a:pt x="21595" y="17777"/>
                  </a:cubicBezTo>
                  <a:lnTo>
                    <a:pt x="21595" y="575"/>
                  </a:lnTo>
                  <a:cubicBezTo>
                    <a:pt x="21600" y="261"/>
                    <a:pt x="21389" y="0"/>
                    <a:pt x="21136" y="0"/>
                  </a:cubicBezTo>
                  <a:lnTo>
                    <a:pt x="464" y="0"/>
                  </a:lnTo>
                  <a:close/>
                  <a:moveTo>
                    <a:pt x="10800" y="542"/>
                  </a:moveTo>
                  <a:cubicBezTo>
                    <a:pt x="10913" y="542"/>
                    <a:pt x="11006" y="650"/>
                    <a:pt x="11006" y="797"/>
                  </a:cubicBezTo>
                  <a:cubicBezTo>
                    <a:pt x="11006" y="937"/>
                    <a:pt x="10913" y="1052"/>
                    <a:pt x="10800" y="1052"/>
                  </a:cubicBezTo>
                  <a:cubicBezTo>
                    <a:pt x="10686" y="1052"/>
                    <a:pt x="10594" y="937"/>
                    <a:pt x="10594" y="797"/>
                  </a:cubicBezTo>
                  <a:cubicBezTo>
                    <a:pt x="10594" y="656"/>
                    <a:pt x="10686" y="542"/>
                    <a:pt x="10800" y="542"/>
                  </a:cubicBezTo>
                  <a:close/>
                  <a:moveTo>
                    <a:pt x="1242" y="1734"/>
                  </a:moveTo>
                  <a:lnTo>
                    <a:pt x="20358" y="1734"/>
                  </a:lnTo>
                  <a:lnTo>
                    <a:pt x="20358" y="15233"/>
                  </a:lnTo>
                  <a:lnTo>
                    <a:pt x="1242" y="15233"/>
                  </a:lnTo>
                  <a:lnTo>
                    <a:pt x="1242" y="173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93" name="Python를 주력언어로 사용"/>
            <p:cNvSpPr txBox="1"/>
            <p:nvPr/>
          </p:nvSpPr>
          <p:spPr>
            <a:xfrm>
              <a:off x="2305029" y="12759163"/>
              <a:ext cx="5169593" cy="5417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solidFill>
                    <a:srgbClr val="000000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r>
                <a:t>Python</a:t>
              </a:r>
              <a:r>
                <a:rPr b="0"/>
                <a:t>를</a:t>
              </a:r>
              <a:r>
                <a:t> </a:t>
              </a:r>
              <a:r>
                <a:rPr b="0"/>
                <a:t>주력언어로 사용</a:t>
              </a:r>
            </a:p>
          </p:txBody>
        </p:sp>
        <p:sp>
          <p:nvSpPr>
            <p:cNvPr id="194" name="램프"/>
            <p:cNvSpPr/>
            <p:nvPr/>
          </p:nvSpPr>
          <p:spPr>
            <a:xfrm>
              <a:off x="978436" y="14267775"/>
              <a:ext cx="1059162" cy="983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37" h="21600" fill="norm" stroke="1" extrusionOk="0">
                  <a:moveTo>
                    <a:pt x="16002" y="0"/>
                  </a:moveTo>
                  <a:lnTo>
                    <a:pt x="15692" y="171"/>
                  </a:lnTo>
                  <a:lnTo>
                    <a:pt x="15886" y="578"/>
                  </a:lnTo>
                  <a:lnTo>
                    <a:pt x="15308" y="898"/>
                  </a:lnTo>
                  <a:lnTo>
                    <a:pt x="16044" y="3041"/>
                  </a:lnTo>
                  <a:lnTo>
                    <a:pt x="15405" y="3377"/>
                  </a:lnTo>
                  <a:lnTo>
                    <a:pt x="14353" y="2744"/>
                  </a:lnTo>
                  <a:cubicBezTo>
                    <a:pt x="14137" y="2614"/>
                    <a:pt x="13873" y="2784"/>
                    <a:pt x="13877" y="3051"/>
                  </a:cubicBezTo>
                  <a:lnTo>
                    <a:pt x="13877" y="3091"/>
                  </a:lnTo>
                  <a:lnTo>
                    <a:pt x="2084" y="5347"/>
                  </a:lnTo>
                  <a:cubicBezTo>
                    <a:pt x="1994" y="5133"/>
                    <a:pt x="1750" y="5044"/>
                    <a:pt x="1557" y="5163"/>
                  </a:cubicBezTo>
                  <a:lnTo>
                    <a:pt x="189" y="6011"/>
                  </a:lnTo>
                  <a:cubicBezTo>
                    <a:pt x="-16" y="6138"/>
                    <a:pt x="-63" y="6434"/>
                    <a:pt x="92" y="6626"/>
                  </a:cubicBezTo>
                  <a:lnTo>
                    <a:pt x="779" y="7478"/>
                  </a:lnTo>
                  <a:cubicBezTo>
                    <a:pt x="871" y="7592"/>
                    <a:pt x="1012" y="7637"/>
                    <a:pt x="1144" y="7604"/>
                  </a:cubicBezTo>
                  <a:lnTo>
                    <a:pt x="7842" y="17569"/>
                  </a:lnTo>
                  <a:cubicBezTo>
                    <a:pt x="7796" y="17616"/>
                    <a:pt x="7773" y="17684"/>
                    <a:pt x="7782" y="17753"/>
                  </a:cubicBezTo>
                  <a:cubicBezTo>
                    <a:pt x="7805" y="17919"/>
                    <a:pt x="7846" y="18228"/>
                    <a:pt x="7866" y="18410"/>
                  </a:cubicBezTo>
                  <a:cubicBezTo>
                    <a:pt x="7867" y="18424"/>
                    <a:pt x="7870" y="18437"/>
                    <a:pt x="7874" y="18450"/>
                  </a:cubicBezTo>
                  <a:lnTo>
                    <a:pt x="7811" y="18450"/>
                  </a:lnTo>
                  <a:lnTo>
                    <a:pt x="6110" y="18999"/>
                  </a:lnTo>
                  <a:lnTo>
                    <a:pt x="4674" y="20383"/>
                  </a:lnTo>
                  <a:lnTo>
                    <a:pt x="4674" y="21600"/>
                  </a:lnTo>
                  <a:lnTo>
                    <a:pt x="11853" y="21600"/>
                  </a:lnTo>
                  <a:lnTo>
                    <a:pt x="11853" y="20383"/>
                  </a:lnTo>
                  <a:lnTo>
                    <a:pt x="10417" y="18999"/>
                  </a:lnTo>
                  <a:lnTo>
                    <a:pt x="8936" y="18522"/>
                  </a:lnTo>
                  <a:lnTo>
                    <a:pt x="9489" y="18094"/>
                  </a:lnTo>
                  <a:cubicBezTo>
                    <a:pt x="9571" y="18031"/>
                    <a:pt x="9596" y="17911"/>
                    <a:pt x="9547" y="17817"/>
                  </a:cubicBezTo>
                  <a:lnTo>
                    <a:pt x="9431" y="17599"/>
                  </a:lnTo>
                  <a:cubicBezTo>
                    <a:pt x="9405" y="17549"/>
                    <a:pt x="9399" y="17490"/>
                    <a:pt x="9414" y="17435"/>
                  </a:cubicBezTo>
                  <a:lnTo>
                    <a:pt x="9598" y="16747"/>
                  </a:lnTo>
                  <a:cubicBezTo>
                    <a:pt x="9619" y="16666"/>
                    <a:pt x="9595" y="16579"/>
                    <a:pt x="9535" y="16525"/>
                  </a:cubicBezTo>
                  <a:lnTo>
                    <a:pt x="9365" y="16373"/>
                  </a:lnTo>
                  <a:cubicBezTo>
                    <a:pt x="9291" y="16306"/>
                    <a:pt x="9183" y="16306"/>
                    <a:pt x="9110" y="16374"/>
                  </a:cubicBezTo>
                  <a:lnTo>
                    <a:pt x="8838" y="16630"/>
                  </a:lnTo>
                  <a:lnTo>
                    <a:pt x="2301" y="6905"/>
                  </a:lnTo>
                  <a:cubicBezTo>
                    <a:pt x="2345" y="6870"/>
                    <a:pt x="2380" y="6825"/>
                    <a:pt x="2405" y="6775"/>
                  </a:cubicBezTo>
                  <a:lnTo>
                    <a:pt x="13948" y="4567"/>
                  </a:lnTo>
                  <a:cubicBezTo>
                    <a:pt x="14038" y="4712"/>
                    <a:pt x="14225" y="4774"/>
                    <a:pt x="14380" y="4673"/>
                  </a:cubicBezTo>
                  <a:lnTo>
                    <a:pt x="15437" y="3990"/>
                  </a:lnTo>
                  <a:cubicBezTo>
                    <a:pt x="15522" y="3936"/>
                    <a:pt x="15571" y="3851"/>
                    <a:pt x="15587" y="3759"/>
                  </a:cubicBezTo>
                  <a:lnTo>
                    <a:pt x="16161" y="3456"/>
                  </a:lnTo>
                  <a:lnTo>
                    <a:pt x="15784" y="7603"/>
                  </a:lnTo>
                  <a:lnTo>
                    <a:pt x="21537" y="4414"/>
                  </a:lnTo>
                  <a:lnTo>
                    <a:pt x="18153" y="2300"/>
                  </a:lnTo>
                  <a:lnTo>
                    <a:pt x="16771" y="86"/>
                  </a:lnTo>
                  <a:lnTo>
                    <a:pt x="16194" y="406"/>
                  </a:lnTo>
                  <a:lnTo>
                    <a:pt x="16002" y="0"/>
                  </a:lnTo>
                  <a:close/>
                  <a:moveTo>
                    <a:pt x="13884" y="3526"/>
                  </a:moveTo>
                  <a:lnTo>
                    <a:pt x="13892" y="4143"/>
                  </a:lnTo>
                  <a:lnTo>
                    <a:pt x="2395" y="6342"/>
                  </a:lnTo>
                  <a:lnTo>
                    <a:pt x="2213" y="5758"/>
                  </a:lnTo>
                  <a:lnTo>
                    <a:pt x="13884" y="3526"/>
                  </a:lnTo>
                  <a:close/>
                  <a:moveTo>
                    <a:pt x="1958" y="7124"/>
                  </a:moveTo>
                  <a:lnTo>
                    <a:pt x="8537" y="16914"/>
                  </a:lnTo>
                  <a:lnTo>
                    <a:pt x="8143" y="17287"/>
                  </a:lnTo>
                  <a:lnTo>
                    <a:pt x="1503" y="7406"/>
                  </a:lnTo>
                  <a:lnTo>
                    <a:pt x="1958" y="7124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195" name="Java, Swift, C/C++ 배우는 중"/>
            <p:cNvSpPr txBox="1"/>
            <p:nvPr/>
          </p:nvSpPr>
          <p:spPr>
            <a:xfrm>
              <a:off x="2305029" y="14488695"/>
              <a:ext cx="5169593" cy="54175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b="1" sz="3000">
                  <a:solidFill>
                    <a:srgbClr val="000000"/>
                  </a:solidFill>
                  <a:latin typeface="나눔고딕"/>
                  <a:ea typeface="나눔고딕"/>
                  <a:cs typeface="나눔고딕"/>
                  <a:sym typeface="나눔고딕"/>
                </a:defRPr>
              </a:pPr>
              <a:r>
                <a:t>Java, Swift, C/C++</a:t>
              </a:r>
              <a:r>
                <a:rPr b="0"/>
                <a:t> 배우는 중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000">
        <p:push dir="l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path" nodeType="clickEffect" presetSubtype="0" presetID="-1" grpId="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370833 0.000000" origin="layout" pathEditMode="relative">
                                      <p:cBhvr>
                                        <p:cTn id="10" dur="20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mph" nodeType="withEffect" presetSubtype="0" presetID="6" grpId="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500" fill="hold"/>
                                        <p:tgtEl>
                                          <p:spTgt spid="173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path" nodeType="afterEffect" presetSubtype="0" presetID="-1" grpId="4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0000 -0.835635" origin="layout" pathEditMode="relative">
                                      <p:cBhvr>
                                        <p:cTn id="16" dur="275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path" nodeType="clickEffect" presetSubtype="0" presetID="-1" grpId="5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-0.835635 L -0.000816 -1.241493" origin="layout" pathEditMode="relative">
                                      <p:cBhvr>
                                        <p:cTn id="20" dur="10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3" grpId="3"/>
      <p:bldP build="whole" bldLvl="1" animBg="1" rev="0" advAuto="0" spid="17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Index."/>
          <p:cNvSpPr txBox="1"/>
          <p:nvPr/>
        </p:nvSpPr>
        <p:spPr>
          <a:xfrm>
            <a:off x="11211932" y="1119784"/>
            <a:ext cx="178521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Index.</a:t>
            </a:r>
          </a:p>
        </p:txBody>
      </p:sp>
      <p:sp>
        <p:nvSpPr>
          <p:cNvPr id="199" name="¡. 교육 소득"/>
          <p:cNvSpPr txBox="1"/>
          <p:nvPr/>
        </p:nvSpPr>
        <p:spPr>
          <a:xfrm>
            <a:off x="10659635" y="4229575"/>
            <a:ext cx="2889809" cy="861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¡. 교육 소득</a:t>
            </a:r>
          </a:p>
        </p:txBody>
      </p:sp>
      <p:sp>
        <p:nvSpPr>
          <p:cNvPr id="200" name="¡¡. Capstone Project"/>
          <p:cNvSpPr txBox="1"/>
          <p:nvPr/>
        </p:nvSpPr>
        <p:spPr>
          <a:xfrm>
            <a:off x="9354786" y="7275913"/>
            <a:ext cx="54995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¡¡. Capstone Project</a:t>
            </a:r>
          </a:p>
        </p:txBody>
      </p:sp>
      <p:sp>
        <p:nvSpPr>
          <p:cNvPr id="201" name="¡¡¡. 앞으로의 계획"/>
          <p:cNvSpPr txBox="1"/>
          <p:nvPr/>
        </p:nvSpPr>
        <p:spPr>
          <a:xfrm>
            <a:off x="9974444" y="10269213"/>
            <a:ext cx="4260191" cy="861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¡¡¡. 앞으로의 계획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xit" nodeType="clickEffect" presetSubtype="4" presetID="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Class="exit" nodeType="afterEffect" presetSubtype="4" presetID="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21" dur="2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mph" nodeType="afterEffect" presetSubtype="0" presetID="6" grpId="6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1000" fill="hold"/>
                                        <p:tgtEl>
                                          <p:spTgt spid="19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99" grpId="1"/>
      <p:bldP build="whole" bldLvl="1" animBg="1" rev="0" advAuto="0" spid="201" grpId="3"/>
      <p:bldP build="whole" bldLvl="1" animBg="1" rev="0" advAuto="0" spid="201" grpId="4"/>
      <p:bldP build="whole" bldLvl="1" animBg="1" rev="0" advAuto="0" spid="200" grpId="5"/>
      <p:bldP build="whole" bldLvl="1" animBg="1" rev="0" advAuto="0" spid="200" grpId="2"/>
      <p:bldP build="whole" bldLvl="1" animBg="1" rev="0" advAuto="0" spid="199" grpId="6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남성"/>
          <p:cNvSpPr/>
          <p:nvPr/>
        </p:nvSpPr>
        <p:spPr>
          <a:xfrm>
            <a:off x="11827295" y="5873910"/>
            <a:ext cx="729410" cy="19681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4" name="원"/>
          <p:cNvSpPr/>
          <p:nvPr/>
        </p:nvSpPr>
        <p:spPr>
          <a:xfrm>
            <a:off x="9307512" y="3973512"/>
            <a:ext cx="5768976" cy="5768976"/>
          </a:xfrm>
          <a:prstGeom prst="ellips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5" name="남성"/>
          <p:cNvSpPr/>
          <p:nvPr/>
        </p:nvSpPr>
        <p:spPr>
          <a:xfrm>
            <a:off x="5304999" y="2605924"/>
            <a:ext cx="419606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6" name="남성"/>
          <p:cNvSpPr/>
          <p:nvPr/>
        </p:nvSpPr>
        <p:spPr>
          <a:xfrm>
            <a:off x="3704799" y="5730124"/>
            <a:ext cx="419606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7" name="남성"/>
          <p:cNvSpPr/>
          <p:nvPr/>
        </p:nvSpPr>
        <p:spPr>
          <a:xfrm>
            <a:off x="7514799" y="9362324"/>
            <a:ext cx="419606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8" name="남성"/>
          <p:cNvSpPr/>
          <p:nvPr/>
        </p:nvSpPr>
        <p:spPr>
          <a:xfrm>
            <a:off x="17242999" y="2605924"/>
            <a:ext cx="419606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09" name="남성"/>
          <p:cNvSpPr/>
          <p:nvPr/>
        </p:nvSpPr>
        <p:spPr>
          <a:xfrm>
            <a:off x="8327599" y="1158124"/>
            <a:ext cx="419606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0" name="남성"/>
          <p:cNvSpPr/>
          <p:nvPr/>
        </p:nvSpPr>
        <p:spPr>
          <a:xfrm>
            <a:off x="22018199" y="5501524"/>
            <a:ext cx="419606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1" name="남성"/>
          <p:cNvSpPr/>
          <p:nvPr/>
        </p:nvSpPr>
        <p:spPr>
          <a:xfrm>
            <a:off x="16861999" y="11572124"/>
            <a:ext cx="419606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2" name="남성"/>
          <p:cNvSpPr/>
          <p:nvPr/>
        </p:nvSpPr>
        <p:spPr>
          <a:xfrm>
            <a:off x="18893999" y="6291886"/>
            <a:ext cx="419606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3" name="남성"/>
          <p:cNvSpPr/>
          <p:nvPr/>
        </p:nvSpPr>
        <p:spPr>
          <a:xfrm>
            <a:off x="21357799" y="1488324"/>
            <a:ext cx="419606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4" name="남성"/>
          <p:cNvSpPr/>
          <p:nvPr/>
        </p:nvSpPr>
        <p:spPr>
          <a:xfrm>
            <a:off x="20773600" y="9746286"/>
            <a:ext cx="419605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15" name="남성"/>
          <p:cNvSpPr/>
          <p:nvPr/>
        </p:nvSpPr>
        <p:spPr>
          <a:xfrm>
            <a:off x="1850599" y="11089524"/>
            <a:ext cx="419606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500">
        <p:push dir="l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16" presetID="23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Class="entr" nodeType="afterEffect" presetSubtype="16" presetID="23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00"/>
                            </p:stCondLst>
                            <p:childTnLst>
                              <p:par>
                                <p:cTn id="15" presetClass="entr" nodeType="afterEffect" presetSubtype="16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00"/>
                            </p:stCondLst>
                            <p:childTnLst>
                              <p:par>
                                <p:cTn id="20" presetClass="entr" nodeType="afterEffect" presetSubtype="16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00"/>
                            </p:stCondLst>
                            <p:childTnLst>
                              <p:par>
                                <p:cTn id="25" presetClass="entr" nodeType="after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Class="entr" nodeType="afterEffect" presetSubtype="16" presetID="23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800"/>
                            </p:stCondLst>
                            <p:childTnLst>
                              <p:par>
                                <p:cTn id="35" presetClass="entr" nodeType="afterEffect" presetSubtype="16" presetID="23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100"/>
                            </p:stCondLst>
                            <p:childTnLst>
                              <p:par>
                                <p:cTn id="40" presetClass="entr" nodeType="afterEffect" presetSubtype="16" presetID="23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00"/>
                            </p:stCondLst>
                            <p:childTnLst>
                              <p:par>
                                <p:cTn id="45" presetClass="entr" nodeType="afterEffect" presetSubtype="16" presetID="23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00"/>
                            </p:stCondLst>
                            <p:childTnLst>
                              <p:par>
                                <p:cTn id="50" presetClass="entr" nodeType="afterEffect" presetSubtype="16" presetID="23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3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Class="entr" nodeType="afterEffect" presetSubtype="16" presetID="23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3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08" grpId="4"/>
      <p:bldP build="whole" bldLvl="1" animBg="1" rev="0" advAuto="0" spid="209" grpId="1"/>
      <p:bldP build="whole" bldLvl="1" animBg="1" rev="0" advAuto="0" spid="210" grpId="5"/>
      <p:bldP build="whole" bldLvl="1" animBg="1" rev="0" advAuto="0" spid="213" grpId="2"/>
      <p:bldP build="whole" bldLvl="1" animBg="1" rev="0" advAuto="0" spid="212" grpId="7"/>
      <p:bldP build="whole" bldLvl="1" animBg="1" rev="0" advAuto="0" spid="207" grpId="8"/>
      <p:bldP build="whole" bldLvl="1" animBg="1" rev="0" advAuto="0" spid="211" grpId="11"/>
      <p:bldP build="whole" bldLvl="1" animBg="1" rev="0" advAuto="0" spid="205" grpId="3"/>
      <p:bldP build="whole" bldLvl="1" animBg="1" rev="0" advAuto="0" spid="214" grpId="9"/>
      <p:bldP build="whole" bldLvl="1" animBg="1" rev="0" advAuto="0" spid="206" grpId="6"/>
      <p:bldP build="whole" bldLvl="1" animBg="1" rev="0" advAuto="0" spid="215" grpId="1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Certification"/>
          <p:cNvSpPr txBox="1"/>
          <p:nvPr>
            <p:ph type="body" idx="1"/>
          </p:nvPr>
        </p:nvSpPr>
        <p:spPr>
          <a:xfrm>
            <a:off x="1206499" y="933820"/>
            <a:ext cx="21971001" cy="7359064"/>
          </a:xfrm>
          <a:prstGeom prst="rect">
            <a:avLst/>
          </a:prstGeom>
        </p:spPr>
        <p:txBody>
          <a:bodyPr/>
          <a:lstStyle/>
          <a:p>
            <a:pPr/>
            <a:r>
              <a:t>Certification</a:t>
            </a:r>
          </a:p>
        </p:txBody>
      </p:sp>
      <p:sp>
        <p:nvSpPr>
          <p:cNvPr id="218" name="Test"/>
          <p:cNvSpPr txBox="1"/>
          <p:nvPr/>
        </p:nvSpPr>
        <p:spPr>
          <a:xfrm>
            <a:off x="11581637" y="8323198"/>
            <a:ext cx="122072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2"/>
            <a:r>
              <a:t>Test</a:t>
            </a:r>
          </a:p>
        </p:txBody>
      </p:sp>
      <p:sp>
        <p:nvSpPr>
          <p:cNvPr id="219" name="Score"/>
          <p:cNvSpPr txBox="1"/>
          <p:nvPr/>
        </p:nvSpPr>
        <p:spPr>
          <a:xfrm>
            <a:off x="19706235" y="8323198"/>
            <a:ext cx="170596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2"/>
            <a:r>
              <a:t>Score</a:t>
            </a:r>
          </a:p>
        </p:txBody>
      </p:sp>
      <p:sp>
        <p:nvSpPr>
          <p:cNvPr id="220" name="Study"/>
          <p:cNvSpPr txBox="1"/>
          <p:nvPr/>
        </p:nvSpPr>
        <p:spPr>
          <a:xfrm>
            <a:off x="3467604" y="8323198"/>
            <a:ext cx="170657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2"/>
            <a:r>
              <a:t>Study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7" grpId="1"/>
      <p:bldP build="whole" bldLvl="1" animBg="1" rev="0" advAuto="0" spid="219" grpId="4"/>
      <p:bldP build="whole" bldLvl="1" animBg="1" rev="0" advAuto="0" spid="220" grpId="2"/>
      <p:bldP build="whole" bldLvl="1" animBg="1" rev="0" advAuto="0" spid="218" grpId="3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" name="그룹"/>
          <p:cNvGrpSpPr/>
          <p:nvPr/>
        </p:nvGrpSpPr>
        <p:grpSpPr>
          <a:xfrm>
            <a:off x="11146688" y="479482"/>
            <a:ext cx="1707121" cy="2503906"/>
            <a:chOff x="0" y="0"/>
            <a:chExt cx="1707119" cy="2503905"/>
          </a:xfrm>
        </p:grpSpPr>
        <p:sp>
          <p:nvSpPr>
            <p:cNvPr id="222" name="SW300"/>
            <p:cNvSpPr txBox="1"/>
            <p:nvPr/>
          </p:nvSpPr>
          <p:spPr>
            <a:xfrm>
              <a:off x="0" y="1843772"/>
              <a:ext cx="1707120" cy="66013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3700"/>
              </a:lvl1pPr>
            </a:lstStyle>
            <a:p>
              <a:pPr/>
              <a:r>
                <a:t>SW300</a:t>
              </a:r>
            </a:p>
          </p:txBody>
        </p:sp>
        <p:sp>
          <p:nvSpPr>
            <p:cNvPr id="223" name="책 열기"/>
            <p:cNvSpPr/>
            <p:nvPr/>
          </p:nvSpPr>
          <p:spPr>
            <a:xfrm>
              <a:off x="16540" y="0"/>
              <a:ext cx="1674040" cy="154992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7974" y="0"/>
                  </a:moveTo>
                  <a:lnTo>
                    <a:pt x="12381" y="2366"/>
                  </a:lnTo>
                  <a:lnTo>
                    <a:pt x="12373" y="2368"/>
                  </a:lnTo>
                  <a:cubicBezTo>
                    <a:pt x="11868" y="2611"/>
                    <a:pt x="11498" y="3043"/>
                    <a:pt x="11272" y="3649"/>
                  </a:cubicBezTo>
                  <a:cubicBezTo>
                    <a:pt x="11070" y="4192"/>
                    <a:pt x="11055" y="4701"/>
                    <a:pt x="11055" y="4845"/>
                  </a:cubicBezTo>
                  <a:lnTo>
                    <a:pt x="11055" y="5127"/>
                  </a:lnTo>
                  <a:lnTo>
                    <a:pt x="20346" y="1249"/>
                  </a:lnTo>
                  <a:lnTo>
                    <a:pt x="19907" y="1017"/>
                  </a:lnTo>
                  <a:lnTo>
                    <a:pt x="11770" y="4414"/>
                  </a:lnTo>
                  <a:cubicBezTo>
                    <a:pt x="12018" y="4052"/>
                    <a:pt x="12419" y="3735"/>
                    <a:pt x="12972" y="3468"/>
                  </a:cubicBezTo>
                  <a:lnTo>
                    <a:pt x="19369" y="735"/>
                  </a:lnTo>
                  <a:lnTo>
                    <a:pt x="18934" y="505"/>
                  </a:lnTo>
                  <a:lnTo>
                    <a:pt x="12837" y="3109"/>
                  </a:lnTo>
                  <a:lnTo>
                    <a:pt x="12830" y="3113"/>
                  </a:lnTo>
                  <a:cubicBezTo>
                    <a:pt x="12227" y="3403"/>
                    <a:pt x="11780" y="3756"/>
                    <a:pt x="11494" y="4167"/>
                  </a:cubicBezTo>
                  <a:cubicBezTo>
                    <a:pt x="11607" y="3668"/>
                    <a:pt x="11876" y="3033"/>
                    <a:pt x="12514" y="2723"/>
                  </a:cubicBezTo>
                  <a:lnTo>
                    <a:pt x="18411" y="230"/>
                  </a:lnTo>
                  <a:lnTo>
                    <a:pt x="17974" y="0"/>
                  </a:lnTo>
                  <a:close/>
                  <a:moveTo>
                    <a:pt x="3633" y="2"/>
                  </a:moveTo>
                  <a:lnTo>
                    <a:pt x="3194" y="231"/>
                  </a:lnTo>
                  <a:lnTo>
                    <a:pt x="9084" y="2723"/>
                  </a:lnTo>
                  <a:cubicBezTo>
                    <a:pt x="9723" y="3033"/>
                    <a:pt x="9992" y="3668"/>
                    <a:pt x="10105" y="4167"/>
                  </a:cubicBezTo>
                  <a:cubicBezTo>
                    <a:pt x="9819" y="3756"/>
                    <a:pt x="9371" y="3403"/>
                    <a:pt x="8768" y="3113"/>
                  </a:cubicBezTo>
                  <a:lnTo>
                    <a:pt x="2670" y="507"/>
                  </a:lnTo>
                  <a:lnTo>
                    <a:pt x="2233" y="736"/>
                  </a:lnTo>
                  <a:lnTo>
                    <a:pt x="8627" y="3468"/>
                  </a:lnTo>
                  <a:cubicBezTo>
                    <a:pt x="9179" y="3735"/>
                    <a:pt x="9581" y="4051"/>
                    <a:pt x="9828" y="4414"/>
                  </a:cubicBezTo>
                  <a:lnTo>
                    <a:pt x="1694" y="1019"/>
                  </a:lnTo>
                  <a:lnTo>
                    <a:pt x="1254" y="1250"/>
                  </a:lnTo>
                  <a:lnTo>
                    <a:pt x="10544" y="5127"/>
                  </a:lnTo>
                  <a:lnTo>
                    <a:pt x="10544" y="4845"/>
                  </a:lnTo>
                  <a:cubicBezTo>
                    <a:pt x="10544" y="4701"/>
                    <a:pt x="10528" y="4192"/>
                    <a:pt x="10326" y="3649"/>
                  </a:cubicBezTo>
                  <a:cubicBezTo>
                    <a:pt x="10100" y="3043"/>
                    <a:pt x="9730" y="2611"/>
                    <a:pt x="9226" y="2368"/>
                  </a:cubicBezTo>
                  <a:lnTo>
                    <a:pt x="3633" y="2"/>
                  </a:lnTo>
                  <a:close/>
                  <a:moveTo>
                    <a:pt x="0" y="1735"/>
                  </a:moveTo>
                  <a:lnTo>
                    <a:pt x="0" y="17289"/>
                  </a:lnTo>
                  <a:lnTo>
                    <a:pt x="8756" y="20993"/>
                  </a:lnTo>
                  <a:lnTo>
                    <a:pt x="8756" y="5441"/>
                  </a:lnTo>
                  <a:lnTo>
                    <a:pt x="0" y="1735"/>
                  </a:lnTo>
                  <a:close/>
                  <a:moveTo>
                    <a:pt x="21600" y="1735"/>
                  </a:moveTo>
                  <a:lnTo>
                    <a:pt x="12844" y="5441"/>
                  </a:lnTo>
                  <a:lnTo>
                    <a:pt x="12844" y="20993"/>
                  </a:lnTo>
                  <a:lnTo>
                    <a:pt x="21600" y="17289"/>
                  </a:lnTo>
                  <a:lnTo>
                    <a:pt x="21600" y="1735"/>
                  </a:lnTo>
                  <a:close/>
                  <a:moveTo>
                    <a:pt x="9325" y="5827"/>
                  </a:moveTo>
                  <a:lnTo>
                    <a:pt x="9325" y="21600"/>
                  </a:lnTo>
                  <a:lnTo>
                    <a:pt x="12275" y="21600"/>
                  </a:lnTo>
                  <a:lnTo>
                    <a:pt x="12275" y="5827"/>
                  </a:lnTo>
                  <a:lnTo>
                    <a:pt x="9325" y="5827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</p:grpSp>
      <p:sp>
        <p:nvSpPr>
          <p:cNvPr id="225" name="선"/>
          <p:cNvSpPr/>
          <p:nvPr/>
        </p:nvSpPr>
        <p:spPr>
          <a:xfrm>
            <a:off x="12019611" y="3148511"/>
            <a:ext cx="1" cy="96123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228" name="그룹"/>
          <p:cNvGrpSpPr/>
          <p:nvPr/>
        </p:nvGrpSpPr>
        <p:grpSpPr>
          <a:xfrm>
            <a:off x="11501070" y="4274870"/>
            <a:ext cx="1037083" cy="2218599"/>
            <a:chOff x="0" y="0"/>
            <a:chExt cx="1037082" cy="2218598"/>
          </a:xfrm>
        </p:grpSpPr>
        <p:sp>
          <p:nvSpPr>
            <p:cNvPr id="226" name="리본"/>
            <p:cNvSpPr/>
            <p:nvPr/>
          </p:nvSpPr>
          <p:spPr>
            <a:xfrm>
              <a:off x="32796" y="0"/>
              <a:ext cx="971490" cy="14676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3" h="21600" fill="norm" stroke="1" extrusionOk="0">
                  <a:moveTo>
                    <a:pt x="10250" y="0"/>
                  </a:moveTo>
                  <a:cubicBezTo>
                    <a:pt x="9814" y="0"/>
                    <a:pt x="9433" y="155"/>
                    <a:pt x="9220" y="385"/>
                  </a:cubicBezTo>
                  <a:cubicBezTo>
                    <a:pt x="9223" y="388"/>
                    <a:pt x="9226" y="391"/>
                    <a:pt x="9230" y="394"/>
                  </a:cubicBezTo>
                  <a:cubicBezTo>
                    <a:pt x="9058" y="411"/>
                    <a:pt x="8887" y="431"/>
                    <a:pt x="8717" y="453"/>
                  </a:cubicBezTo>
                  <a:cubicBezTo>
                    <a:pt x="8396" y="278"/>
                    <a:pt x="7949" y="215"/>
                    <a:pt x="7531" y="316"/>
                  </a:cubicBezTo>
                  <a:lnTo>
                    <a:pt x="6587" y="545"/>
                  </a:lnTo>
                  <a:cubicBezTo>
                    <a:pt x="6177" y="644"/>
                    <a:pt x="5899" y="876"/>
                    <a:pt x="5817" y="1141"/>
                  </a:cubicBezTo>
                  <a:cubicBezTo>
                    <a:pt x="5823" y="1143"/>
                    <a:pt x="5828" y="1147"/>
                    <a:pt x="5835" y="1149"/>
                  </a:cubicBezTo>
                  <a:cubicBezTo>
                    <a:pt x="5683" y="1204"/>
                    <a:pt x="5533" y="1261"/>
                    <a:pt x="5386" y="1321"/>
                  </a:cubicBezTo>
                  <a:cubicBezTo>
                    <a:pt x="4992" y="1227"/>
                    <a:pt x="4537" y="1270"/>
                    <a:pt x="4194" y="1462"/>
                  </a:cubicBezTo>
                  <a:lnTo>
                    <a:pt x="3426" y="1891"/>
                  </a:lnTo>
                  <a:cubicBezTo>
                    <a:pt x="3092" y="2078"/>
                    <a:pt x="2949" y="2358"/>
                    <a:pt x="3008" y="2627"/>
                  </a:cubicBezTo>
                  <a:cubicBezTo>
                    <a:pt x="3018" y="2628"/>
                    <a:pt x="3026" y="2630"/>
                    <a:pt x="3036" y="2632"/>
                  </a:cubicBezTo>
                  <a:cubicBezTo>
                    <a:pt x="2922" y="2717"/>
                    <a:pt x="2810" y="2805"/>
                    <a:pt x="2702" y="2895"/>
                  </a:cubicBezTo>
                  <a:cubicBezTo>
                    <a:pt x="2281" y="2894"/>
                    <a:pt x="1873" y="3038"/>
                    <a:pt x="1648" y="3297"/>
                  </a:cubicBezTo>
                  <a:lnTo>
                    <a:pt x="1146" y="3876"/>
                  </a:lnTo>
                  <a:cubicBezTo>
                    <a:pt x="928" y="4128"/>
                    <a:pt x="937" y="4424"/>
                    <a:pt x="1130" y="4662"/>
                  </a:cubicBezTo>
                  <a:cubicBezTo>
                    <a:pt x="1140" y="4661"/>
                    <a:pt x="1149" y="4662"/>
                    <a:pt x="1159" y="4661"/>
                  </a:cubicBezTo>
                  <a:cubicBezTo>
                    <a:pt x="1095" y="4767"/>
                    <a:pt x="1035" y="4874"/>
                    <a:pt x="980" y="4983"/>
                  </a:cubicBezTo>
                  <a:cubicBezTo>
                    <a:pt x="585" y="5078"/>
                    <a:pt x="275" y="5307"/>
                    <a:pt x="197" y="5601"/>
                  </a:cubicBezTo>
                  <a:lnTo>
                    <a:pt x="23" y="6260"/>
                  </a:lnTo>
                  <a:cubicBezTo>
                    <a:pt x="-52" y="6546"/>
                    <a:pt x="109" y="6822"/>
                    <a:pt x="414" y="7002"/>
                  </a:cubicBezTo>
                  <a:cubicBezTo>
                    <a:pt x="423" y="6998"/>
                    <a:pt x="432" y="6997"/>
                    <a:pt x="442" y="6993"/>
                  </a:cubicBezTo>
                  <a:cubicBezTo>
                    <a:pt x="439" y="7058"/>
                    <a:pt x="437" y="7123"/>
                    <a:pt x="437" y="7189"/>
                  </a:cubicBezTo>
                  <a:cubicBezTo>
                    <a:pt x="437" y="7238"/>
                    <a:pt x="440" y="7287"/>
                    <a:pt x="442" y="7336"/>
                  </a:cubicBezTo>
                  <a:cubicBezTo>
                    <a:pt x="118" y="7516"/>
                    <a:pt x="-60" y="7802"/>
                    <a:pt x="18" y="8097"/>
                  </a:cubicBezTo>
                  <a:lnTo>
                    <a:pt x="194" y="8756"/>
                  </a:lnTo>
                  <a:cubicBezTo>
                    <a:pt x="270" y="9042"/>
                    <a:pt x="563" y="9265"/>
                    <a:pt x="942" y="9365"/>
                  </a:cubicBezTo>
                  <a:cubicBezTo>
                    <a:pt x="947" y="9361"/>
                    <a:pt x="954" y="9356"/>
                    <a:pt x="960" y="9352"/>
                  </a:cubicBezTo>
                  <a:cubicBezTo>
                    <a:pt x="1014" y="9461"/>
                    <a:pt x="1073" y="9569"/>
                    <a:pt x="1136" y="9676"/>
                  </a:cubicBezTo>
                  <a:cubicBezTo>
                    <a:pt x="927" y="9918"/>
                    <a:pt x="912" y="10224"/>
                    <a:pt x="1136" y="10483"/>
                  </a:cubicBezTo>
                  <a:lnTo>
                    <a:pt x="1636" y="11061"/>
                  </a:lnTo>
                  <a:cubicBezTo>
                    <a:pt x="1854" y="11313"/>
                    <a:pt x="2246" y="11456"/>
                    <a:pt x="2653" y="11464"/>
                  </a:cubicBezTo>
                  <a:cubicBezTo>
                    <a:pt x="2656" y="11459"/>
                    <a:pt x="2661" y="11454"/>
                    <a:pt x="2664" y="11449"/>
                  </a:cubicBezTo>
                  <a:cubicBezTo>
                    <a:pt x="2771" y="11539"/>
                    <a:pt x="2881" y="11629"/>
                    <a:pt x="2995" y="11715"/>
                  </a:cubicBezTo>
                  <a:cubicBezTo>
                    <a:pt x="2924" y="11989"/>
                    <a:pt x="3066" y="12279"/>
                    <a:pt x="3409" y="12471"/>
                  </a:cubicBezTo>
                  <a:lnTo>
                    <a:pt x="4176" y="12900"/>
                  </a:lnTo>
                  <a:cubicBezTo>
                    <a:pt x="4511" y="13087"/>
                    <a:pt x="4953" y="13131"/>
                    <a:pt x="5340" y="13046"/>
                  </a:cubicBezTo>
                  <a:cubicBezTo>
                    <a:pt x="5340" y="13043"/>
                    <a:pt x="5340" y="13040"/>
                    <a:pt x="5340" y="13036"/>
                  </a:cubicBezTo>
                  <a:cubicBezTo>
                    <a:pt x="5487" y="13097"/>
                    <a:pt x="5639" y="13155"/>
                    <a:pt x="5791" y="13211"/>
                  </a:cubicBezTo>
                  <a:cubicBezTo>
                    <a:pt x="5868" y="13482"/>
                    <a:pt x="6150" y="13721"/>
                    <a:pt x="6567" y="13822"/>
                  </a:cubicBezTo>
                  <a:lnTo>
                    <a:pt x="7511" y="14050"/>
                  </a:lnTo>
                  <a:cubicBezTo>
                    <a:pt x="7920" y="14149"/>
                    <a:pt x="8357" y="14090"/>
                    <a:pt x="8676" y="13922"/>
                  </a:cubicBezTo>
                  <a:cubicBezTo>
                    <a:pt x="8676" y="13921"/>
                    <a:pt x="8675" y="13921"/>
                    <a:pt x="8674" y="13919"/>
                  </a:cubicBezTo>
                  <a:cubicBezTo>
                    <a:pt x="8844" y="13942"/>
                    <a:pt x="9016" y="13962"/>
                    <a:pt x="9189" y="13980"/>
                  </a:cubicBezTo>
                  <a:cubicBezTo>
                    <a:pt x="9402" y="14215"/>
                    <a:pt x="9789" y="14372"/>
                    <a:pt x="10230" y="14372"/>
                  </a:cubicBezTo>
                  <a:lnTo>
                    <a:pt x="11233" y="14372"/>
                  </a:lnTo>
                  <a:cubicBezTo>
                    <a:pt x="11669" y="14372"/>
                    <a:pt x="12049" y="14217"/>
                    <a:pt x="12263" y="13987"/>
                  </a:cubicBezTo>
                  <a:cubicBezTo>
                    <a:pt x="12263" y="13987"/>
                    <a:pt x="12263" y="13985"/>
                    <a:pt x="12263" y="13985"/>
                  </a:cubicBezTo>
                  <a:cubicBezTo>
                    <a:pt x="12437" y="13968"/>
                    <a:pt x="12610" y="13948"/>
                    <a:pt x="12781" y="13926"/>
                  </a:cubicBezTo>
                  <a:cubicBezTo>
                    <a:pt x="13101" y="14095"/>
                    <a:pt x="13541" y="14154"/>
                    <a:pt x="13952" y="14055"/>
                  </a:cubicBezTo>
                  <a:lnTo>
                    <a:pt x="14896" y="13827"/>
                  </a:lnTo>
                  <a:cubicBezTo>
                    <a:pt x="15303" y="13729"/>
                    <a:pt x="15582" y="13498"/>
                    <a:pt x="15666" y="13235"/>
                  </a:cubicBezTo>
                  <a:cubicBezTo>
                    <a:pt x="15823" y="13178"/>
                    <a:pt x="15979" y="13118"/>
                    <a:pt x="16131" y="13056"/>
                  </a:cubicBezTo>
                  <a:cubicBezTo>
                    <a:pt x="16516" y="13141"/>
                    <a:pt x="16955" y="13097"/>
                    <a:pt x="17289" y="12910"/>
                  </a:cubicBezTo>
                  <a:lnTo>
                    <a:pt x="18059" y="12481"/>
                  </a:lnTo>
                  <a:cubicBezTo>
                    <a:pt x="18391" y="12296"/>
                    <a:pt x="18533" y="12017"/>
                    <a:pt x="18477" y="11751"/>
                  </a:cubicBezTo>
                  <a:cubicBezTo>
                    <a:pt x="18597" y="11662"/>
                    <a:pt x="18712" y="11569"/>
                    <a:pt x="18824" y="11476"/>
                  </a:cubicBezTo>
                  <a:cubicBezTo>
                    <a:pt x="19229" y="11467"/>
                    <a:pt x="19620" y="11325"/>
                    <a:pt x="19837" y="11075"/>
                  </a:cubicBezTo>
                  <a:lnTo>
                    <a:pt x="20337" y="10496"/>
                  </a:lnTo>
                  <a:cubicBezTo>
                    <a:pt x="20552" y="10248"/>
                    <a:pt x="20546" y="9955"/>
                    <a:pt x="20360" y="9718"/>
                  </a:cubicBezTo>
                  <a:cubicBezTo>
                    <a:pt x="20427" y="9606"/>
                    <a:pt x="20491" y="9493"/>
                    <a:pt x="20549" y="9377"/>
                  </a:cubicBezTo>
                  <a:cubicBezTo>
                    <a:pt x="20922" y="9276"/>
                    <a:pt x="21211" y="9052"/>
                    <a:pt x="21286" y="8769"/>
                  </a:cubicBezTo>
                  <a:lnTo>
                    <a:pt x="21460" y="8112"/>
                  </a:lnTo>
                  <a:cubicBezTo>
                    <a:pt x="21534" y="7829"/>
                    <a:pt x="21377" y="7554"/>
                    <a:pt x="21080" y="7374"/>
                  </a:cubicBezTo>
                  <a:cubicBezTo>
                    <a:pt x="21082" y="7312"/>
                    <a:pt x="21082" y="7251"/>
                    <a:pt x="21082" y="7189"/>
                  </a:cubicBezTo>
                  <a:cubicBezTo>
                    <a:pt x="21082" y="7130"/>
                    <a:pt x="21082" y="7072"/>
                    <a:pt x="21080" y="7014"/>
                  </a:cubicBezTo>
                  <a:cubicBezTo>
                    <a:pt x="21380" y="6834"/>
                    <a:pt x="21540" y="6557"/>
                    <a:pt x="21465" y="6274"/>
                  </a:cubicBezTo>
                  <a:lnTo>
                    <a:pt x="21289" y="5616"/>
                  </a:lnTo>
                  <a:cubicBezTo>
                    <a:pt x="21214" y="5334"/>
                    <a:pt x="20924" y="5112"/>
                    <a:pt x="20551" y="5010"/>
                  </a:cubicBezTo>
                  <a:cubicBezTo>
                    <a:pt x="20494" y="4896"/>
                    <a:pt x="20434" y="4783"/>
                    <a:pt x="20368" y="4671"/>
                  </a:cubicBezTo>
                  <a:cubicBezTo>
                    <a:pt x="20557" y="4433"/>
                    <a:pt x="20567" y="4138"/>
                    <a:pt x="20350" y="3888"/>
                  </a:cubicBezTo>
                  <a:lnTo>
                    <a:pt x="19847" y="3309"/>
                  </a:lnTo>
                  <a:cubicBezTo>
                    <a:pt x="19630" y="3059"/>
                    <a:pt x="19240" y="2917"/>
                    <a:pt x="18835" y="2908"/>
                  </a:cubicBezTo>
                  <a:cubicBezTo>
                    <a:pt x="18725" y="2816"/>
                    <a:pt x="18610" y="2726"/>
                    <a:pt x="18493" y="2638"/>
                  </a:cubicBezTo>
                  <a:cubicBezTo>
                    <a:pt x="18553" y="2370"/>
                    <a:pt x="18409" y="2087"/>
                    <a:pt x="18074" y="1900"/>
                  </a:cubicBezTo>
                  <a:lnTo>
                    <a:pt x="17307" y="1470"/>
                  </a:lnTo>
                  <a:cubicBezTo>
                    <a:pt x="16972" y="1284"/>
                    <a:pt x="16530" y="1239"/>
                    <a:pt x="16143" y="1324"/>
                  </a:cubicBezTo>
                  <a:cubicBezTo>
                    <a:pt x="16143" y="1325"/>
                    <a:pt x="16143" y="1326"/>
                    <a:pt x="16143" y="1326"/>
                  </a:cubicBezTo>
                  <a:cubicBezTo>
                    <a:pt x="15994" y="1265"/>
                    <a:pt x="15843" y="1207"/>
                    <a:pt x="15689" y="1151"/>
                  </a:cubicBezTo>
                  <a:cubicBezTo>
                    <a:pt x="15609" y="884"/>
                    <a:pt x="15328" y="650"/>
                    <a:pt x="14916" y="550"/>
                  </a:cubicBezTo>
                  <a:lnTo>
                    <a:pt x="13972" y="321"/>
                  </a:lnTo>
                  <a:cubicBezTo>
                    <a:pt x="13562" y="222"/>
                    <a:pt x="13126" y="280"/>
                    <a:pt x="12807" y="448"/>
                  </a:cubicBezTo>
                  <a:cubicBezTo>
                    <a:pt x="12808" y="450"/>
                    <a:pt x="12808" y="452"/>
                    <a:pt x="12809" y="453"/>
                  </a:cubicBezTo>
                  <a:cubicBezTo>
                    <a:pt x="12639" y="431"/>
                    <a:pt x="12466" y="411"/>
                    <a:pt x="12294" y="394"/>
                  </a:cubicBezTo>
                  <a:cubicBezTo>
                    <a:pt x="12082" y="158"/>
                    <a:pt x="11697" y="0"/>
                    <a:pt x="11256" y="0"/>
                  </a:cubicBezTo>
                  <a:lnTo>
                    <a:pt x="10250" y="0"/>
                  </a:lnTo>
                  <a:close/>
                  <a:moveTo>
                    <a:pt x="10761" y="2494"/>
                  </a:moveTo>
                  <a:cubicBezTo>
                    <a:pt x="14153" y="2494"/>
                    <a:pt x="16984" y="4085"/>
                    <a:pt x="17666" y="6207"/>
                  </a:cubicBezTo>
                  <a:cubicBezTo>
                    <a:pt x="17678" y="6243"/>
                    <a:pt x="17689" y="6280"/>
                    <a:pt x="17699" y="6316"/>
                  </a:cubicBezTo>
                  <a:cubicBezTo>
                    <a:pt x="17710" y="6352"/>
                    <a:pt x="17718" y="6388"/>
                    <a:pt x="17727" y="6425"/>
                  </a:cubicBezTo>
                  <a:cubicBezTo>
                    <a:pt x="17735" y="6454"/>
                    <a:pt x="17744" y="6482"/>
                    <a:pt x="17750" y="6511"/>
                  </a:cubicBezTo>
                  <a:cubicBezTo>
                    <a:pt x="17762" y="6564"/>
                    <a:pt x="17770" y="6616"/>
                    <a:pt x="17778" y="6669"/>
                  </a:cubicBezTo>
                  <a:cubicBezTo>
                    <a:pt x="17785" y="6707"/>
                    <a:pt x="17791" y="6744"/>
                    <a:pt x="17796" y="6781"/>
                  </a:cubicBezTo>
                  <a:cubicBezTo>
                    <a:pt x="17800" y="6805"/>
                    <a:pt x="17801" y="6830"/>
                    <a:pt x="17804" y="6854"/>
                  </a:cubicBezTo>
                  <a:cubicBezTo>
                    <a:pt x="17812" y="6927"/>
                    <a:pt x="17817" y="6999"/>
                    <a:pt x="17819" y="7072"/>
                  </a:cubicBezTo>
                  <a:cubicBezTo>
                    <a:pt x="17820" y="7082"/>
                    <a:pt x="17822" y="7093"/>
                    <a:pt x="17822" y="7104"/>
                  </a:cubicBezTo>
                  <a:cubicBezTo>
                    <a:pt x="17826" y="7244"/>
                    <a:pt x="17819" y="7385"/>
                    <a:pt x="17804" y="7523"/>
                  </a:cubicBezTo>
                  <a:lnTo>
                    <a:pt x="17807" y="7523"/>
                  </a:lnTo>
                  <a:cubicBezTo>
                    <a:pt x="17796" y="7624"/>
                    <a:pt x="17780" y="7723"/>
                    <a:pt x="17761" y="7822"/>
                  </a:cubicBezTo>
                  <a:lnTo>
                    <a:pt x="17756" y="7822"/>
                  </a:lnTo>
                  <a:cubicBezTo>
                    <a:pt x="17743" y="7882"/>
                    <a:pt x="17731" y="7943"/>
                    <a:pt x="17715" y="8004"/>
                  </a:cubicBezTo>
                  <a:cubicBezTo>
                    <a:pt x="17611" y="8394"/>
                    <a:pt x="17437" y="8765"/>
                    <a:pt x="17205" y="9111"/>
                  </a:cubicBezTo>
                  <a:lnTo>
                    <a:pt x="17212" y="9111"/>
                  </a:lnTo>
                  <a:cubicBezTo>
                    <a:pt x="17151" y="9202"/>
                    <a:pt x="17086" y="9294"/>
                    <a:pt x="17016" y="9382"/>
                  </a:cubicBezTo>
                  <a:lnTo>
                    <a:pt x="17006" y="9381"/>
                  </a:lnTo>
                  <a:cubicBezTo>
                    <a:pt x="16963" y="9435"/>
                    <a:pt x="16919" y="9489"/>
                    <a:pt x="16873" y="9542"/>
                  </a:cubicBezTo>
                  <a:cubicBezTo>
                    <a:pt x="16575" y="9885"/>
                    <a:pt x="16224" y="10193"/>
                    <a:pt x="15827" y="10466"/>
                  </a:cubicBezTo>
                  <a:lnTo>
                    <a:pt x="15832" y="10467"/>
                  </a:lnTo>
                  <a:cubicBezTo>
                    <a:pt x="15727" y="10539"/>
                    <a:pt x="15620" y="10610"/>
                    <a:pt x="15508" y="10678"/>
                  </a:cubicBezTo>
                  <a:lnTo>
                    <a:pt x="15500" y="10674"/>
                  </a:lnTo>
                  <a:cubicBezTo>
                    <a:pt x="15433" y="10715"/>
                    <a:pt x="15365" y="10755"/>
                    <a:pt x="15294" y="10795"/>
                  </a:cubicBezTo>
                  <a:cubicBezTo>
                    <a:pt x="14838" y="11049"/>
                    <a:pt x="14347" y="11259"/>
                    <a:pt x="13835" y="11425"/>
                  </a:cubicBezTo>
                  <a:lnTo>
                    <a:pt x="13840" y="11430"/>
                  </a:lnTo>
                  <a:cubicBezTo>
                    <a:pt x="13704" y="11474"/>
                    <a:pt x="13564" y="11512"/>
                    <a:pt x="13424" y="11550"/>
                  </a:cubicBezTo>
                  <a:lnTo>
                    <a:pt x="13421" y="11547"/>
                  </a:lnTo>
                  <a:cubicBezTo>
                    <a:pt x="13337" y="11570"/>
                    <a:pt x="13251" y="11592"/>
                    <a:pt x="13164" y="11613"/>
                  </a:cubicBezTo>
                  <a:cubicBezTo>
                    <a:pt x="12604" y="11749"/>
                    <a:pt x="12037" y="11834"/>
                    <a:pt x="11470" y="11873"/>
                  </a:cubicBezTo>
                  <a:lnTo>
                    <a:pt x="11470" y="11875"/>
                  </a:lnTo>
                  <a:cubicBezTo>
                    <a:pt x="11269" y="11888"/>
                    <a:pt x="11066" y="11895"/>
                    <a:pt x="10860" y="11897"/>
                  </a:cubicBezTo>
                  <a:cubicBezTo>
                    <a:pt x="10824" y="11897"/>
                    <a:pt x="10786" y="11898"/>
                    <a:pt x="10750" y="11899"/>
                  </a:cubicBezTo>
                  <a:cubicBezTo>
                    <a:pt x="6853" y="11895"/>
                    <a:pt x="3697" y="9792"/>
                    <a:pt x="3697" y="7197"/>
                  </a:cubicBezTo>
                  <a:cubicBezTo>
                    <a:pt x="3697" y="4600"/>
                    <a:pt x="6859" y="2494"/>
                    <a:pt x="10761" y="2494"/>
                  </a:cubicBezTo>
                  <a:close/>
                  <a:moveTo>
                    <a:pt x="10740" y="2745"/>
                  </a:moveTo>
                  <a:cubicBezTo>
                    <a:pt x="7061" y="2745"/>
                    <a:pt x="4069" y="4737"/>
                    <a:pt x="4069" y="7185"/>
                  </a:cubicBezTo>
                  <a:cubicBezTo>
                    <a:pt x="4069" y="9634"/>
                    <a:pt x="7061" y="11625"/>
                    <a:pt x="10740" y="11625"/>
                  </a:cubicBezTo>
                  <a:cubicBezTo>
                    <a:pt x="14419" y="11625"/>
                    <a:pt x="17414" y="9634"/>
                    <a:pt x="17414" y="7185"/>
                  </a:cubicBezTo>
                  <a:cubicBezTo>
                    <a:pt x="17414" y="4737"/>
                    <a:pt x="14419" y="2745"/>
                    <a:pt x="10740" y="2745"/>
                  </a:cubicBezTo>
                  <a:close/>
                  <a:moveTo>
                    <a:pt x="16115" y="13233"/>
                  </a:moveTo>
                  <a:lnTo>
                    <a:pt x="16100" y="13289"/>
                  </a:lnTo>
                  <a:cubicBezTo>
                    <a:pt x="15983" y="13667"/>
                    <a:pt x="15588" y="13971"/>
                    <a:pt x="15046" y="14102"/>
                  </a:cubicBezTo>
                  <a:lnTo>
                    <a:pt x="14102" y="14332"/>
                  </a:lnTo>
                  <a:cubicBezTo>
                    <a:pt x="13920" y="14376"/>
                    <a:pt x="13731" y="14398"/>
                    <a:pt x="13539" y="14398"/>
                  </a:cubicBezTo>
                  <a:cubicBezTo>
                    <a:pt x="13190" y="14398"/>
                    <a:pt x="12858" y="14324"/>
                    <a:pt x="12585" y="14196"/>
                  </a:cubicBezTo>
                  <a:cubicBezTo>
                    <a:pt x="12381" y="14389"/>
                    <a:pt x="12098" y="14530"/>
                    <a:pt x="11773" y="14605"/>
                  </a:cubicBezTo>
                  <a:lnTo>
                    <a:pt x="10965" y="16610"/>
                  </a:lnTo>
                  <a:lnTo>
                    <a:pt x="12975" y="21600"/>
                  </a:lnTo>
                  <a:lnTo>
                    <a:pt x="15587" y="20004"/>
                  </a:lnTo>
                  <a:lnTo>
                    <a:pt x="19049" y="20517"/>
                  </a:lnTo>
                  <a:lnTo>
                    <a:pt x="16115" y="13233"/>
                  </a:lnTo>
                  <a:close/>
                  <a:moveTo>
                    <a:pt x="5365" y="13294"/>
                  </a:moveTo>
                  <a:lnTo>
                    <a:pt x="2457" y="20517"/>
                  </a:lnTo>
                  <a:lnTo>
                    <a:pt x="5921" y="20004"/>
                  </a:lnTo>
                  <a:lnTo>
                    <a:pt x="8534" y="21600"/>
                  </a:lnTo>
                  <a:lnTo>
                    <a:pt x="11327" y="14663"/>
                  </a:lnTo>
                  <a:cubicBezTo>
                    <a:pt x="11296" y="14664"/>
                    <a:pt x="11264" y="14664"/>
                    <a:pt x="11233" y="14664"/>
                  </a:cubicBezTo>
                  <a:lnTo>
                    <a:pt x="10227" y="14664"/>
                  </a:lnTo>
                  <a:cubicBezTo>
                    <a:pt x="9666" y="14664"/>
                    <a:pt x="9169" y="14476"/>
                    <a:pt x="8870" y="14191"/>
                  </a:cubicBezTo>
                  <a:cubicBezTo>
                    <a:pt x="8592" y="14320"/>
                    <a:pt x="8260" y="14393"/>
                    <a:pt x="7921" y="14393"/>
                  </a:cubicBezTo>
                  <a:cubicBezTo>
                    <a:pt x="7729" y="14393"/>
                    <a:pt x="7541" y="14370"/>
                    <a:pt x="7360" y="14326"/>
                  </a:cubicBezTo>
                  <a:lnTo>
                    <a:pt x="6416" y="14097"/>
                  </a:lnTo>
                  <a:cubicBezTo>
                    <a:pt x="6002" y="13997"/>
                    <a:pt x="5669" y="13795"/>
                    <a:pt x="5483" y="13528"/>
                  </a:cubicBezTo>
                  <a:cubicBezTo>
                    <a:pt x="5429" y="13452"/>
                    <a:pt x="5391" y="13374"/>
                    <a:pt x="5365" y="1329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27" name="수료증"/>
            <p:cNvSpPr txBox="1"/>
            <p:nvPr/>
          </p:nvSpPr>
          <p:spPr>
            <a:xfrm>
              <a:off x="0" y="1697898"/>
              <a:ext cx="1037082" cy="520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800"/>
              </a:lvl1pPr>
            </a:lstStyle>
            <a:p>
              <a:pPr/>
              <a:r>
                <a:t>수료증</a:t>
              </a:r>
            </a:p>
          </p:txBody>
        </p:sp>
      </p:grpSp>
      <p:sp>
        <p:nvSpPr>
          <p:cNvPr id="229" name="선"/>
          <p:cNvSpPr/>
          <p:nvPr/>
        </p:nvSpPr>
        <p:spPr>
          <a:xfrm>
            <a:off x="12070409" y="6657351"/>
            <a:ext cx="1" cy="2003986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0" name="선"/>
          <p:cNvSpPr/>
          <p:nvPr/>
        </p:nvSpPr>
        <p:spPr>
          <a:xfrm>
            <a:off x="2008915" y="8647154"/>
            <a:ext cx="2012299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1" name="선"/>
          <p:cNvSpPr/>
          <p:nvPr/>
        </p:nvSpPr>
        <p:spPr>
          <a:xfrm>
            <a:off x="4719216" y="8631818"/>
            <a:ext cx="1" cy="1835037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2" name="선"/>
          <p:cNvSpPr/>
          <p:nvPr/>
        </p:nvSpPr>
        <p:spPr>
          <a:xfrm>
            <a:off x="7305729" y="8682618"/>
            <a:ext cx="1" cy="1835037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3" name="선"/>
          <p:cNvSpPr/>
          <p:nvPr/>
        </p:nvSpPr>
        <p:spPr>
          <a:xfrm>
            <a:off x="9687252" y="8632419"/>
            <a:ext cx="1" cy="183503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4" name="SW…"/>
          <p:cNvSpPr txBox="1"/>
          <p:nvPr/>
        </p:nvSpPr>
        <p:spPr>
          <a:xfrm>
            <a:off x="3765479" y="10583892"/>
            <a:ext cx="1525525" cy="1616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lnSpc>
                <a:spcPct val="10000"/>
              </a:lnSpc>
              <a:defRPr sz="2000"/>
            </a:pPr>
            <a:r>
              <a:t>SW </a:t>
            </a:r>
          </a:p>
          <a:p>
            <a:pPr algn="ctr">
              <a:lnSpc>
                <a:spcPct val="10000"/>
              </a:lnSpc>
              <a:defRPr sz="2000"/>
            </a:pPr>
            <a:r>
              <a:t>Engineering </a:t>
            </a:r>
          </a:p>
          <a:p>
            <a:pPr algn="ctr">
              <a:lnSpc>
                <a:spcPct val="10000"/>
              </a:lnSpc>
              <a:defRPr sz="2000"/>
            </a:pPr>
            <a:r>
              <a:t>Essentials</a:t>
            </a:r>
          </a:p>
        </p:txBody>
      </p:sp>
      <p:sp>
        <p:nvSpPr>
          <p:cNvPr id="235" name="Object…"/>
          <p:cNvSpPr txBox="1"/>
          <p:nvPr/>
        </p:nvSpPr>
        <p:spPr>
          <a:xfrm>
            <a:off x="6495817" y="10634692"/>
            <a:ext cx="1092963" cy="1616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lnSpc>
                <a:spcPct val="10000"/>
              </a:lnSpc>
              <a:defRPr sz="2000"/>
            </a:pPr>
            <a:r>
              <a:t>Object</a:t>
            </a:r>
          </a:p>
          <a:p>
            <a:pPr algn="ctr">
              <a:lnSpc>
                <a:spcPct val="10000"/>
              </a:lnSpc>
              <a:defRPr sz="2000"/>
            </a:pPr>
            <a:r>
              <a:t>Oriented</a:t>
            </a:r>
          </a:p>
          <a:p>
            <a:pPr algn="ctr">
              <a:lnSpc>
                <a:spcPct val="10000"/>
              </a:lnSpc>
              <a:defRPr sz="2000"/>
            </a:pPr>
            <a:r>
              <a:t>Design</a:t>
            </a:r>
          </a:p>
        </p:txBody>
      </p:sp>
      <p:sp>
        <p:nvSpPr>
          <p:cNvPr id="236" name="SW…"/>
          <p:cNvSpPr txBox="1"/>
          <p:nvPr/>
        </p:nvSpPr>
        <p:spPr>
          <a:xfrm>
            <a:off x="8814674" y="10601383"/>
            <a:ext cx="1483361" cy="1007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lnSpc>
                <a:spcPct val="10000"/>
              </a:lnSpc>
              <a:defRPr sz="2000"/>
            </a:pPr>
            <a:r>
              <a:t>SW</a:t>
            </a:r>
          </a:p>
          <a:p>
            <a:pPr algn="ctr">
              <a:lnSpc>
                <a:spcPct val="10000"/>
              </a:lnSpc>
              <a:defRPr sz="2000"/>
            </a:pPr>
            <a:r>
              <a:t>Architecture</a:t>
            </a:r>
          </a:p>
        </p:txBody>
      </p:sp>
      <p:sp>
        <p:nvSpPr>
          <p:cNvPr id="237" name="선"/>
          <p:cNvSpPr/>
          <p:nvPr/>
        </p:nvSpPr>
        <p:spPr>
          <a:xfrm>
            <a:off x="12070411" y="8614326"/>
            <a:ext cx="1" cy="1835037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8" name="Introduction…"/>
          <p:cNvSpPr txBox="1"/>
          <p:nvPr/>
        </p:nvSpPr>
        <p:spPr>
          <a:xfrm>
            <a:off x="11331017" y="10591799"/>
            <a:ext cx="1478789" cy="1616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lnSpc>
                <a:spcPct val="10000"/>
              </a:lnSpc>
              <a:defRPr sz="2000"/>
            </a:pPr>
            <a:r>
              <a:t>Introduction</a:t>
            </a:r>
          </a:p>
          <a:p>
            <a:pPr algn="ctr">
              <a:lnSpc>
                <a:spcPct val="10000"/>
              </a:lnSpc>
              <a:defRPr sz="2000"/>
            </a:pPr>
            <a:r>
              <a:t>To</a:t>
            </a:r>
          </a:p>
          <a:p>
            <a:pPr algn="ctr">
              <a:lnSpc>
                <a:spcPct val="10000"/>
              </a:lnSpc>
              <a:defRPr sz="2000"/>
            </a:pPr>
            <a:r>
              <a:t>C++</a:t>
            </a:r>
          </a:p>
        </p:txBody>
      </p:sp>
      <p:sp>
        <p:nvSpPr>
          <p:cNvPr id="239" name="선"/>
          <p:cNvSpPr/>
          <p:nvPr/>
        </p:nvSpPr>
        <p:spPr>
          <a:xfrm>
            <a:off x="14619727" y="8658894"/>
            <a:ext cx="1" cy="1835037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0" name="OS…"/>
          <p:cNvSpPr txBox="1"/>
          <p:nvPr/>
        </p:nvSpPr>
        <p:spPr>
          <a:xfrm>
            <a:off x="13864378" y="10640923"/>
            <a:ext cx="1440181" cy="1007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lnSpc>
                <a:spcPct val="10000"/>
              </a:lnSpc>
              <a:defRPr sz="2000"/>
            </a:pPr>
            <a:r>
              <a:t>OS </a:t>
            </a:r>
          </a:p>
          <a:p>
            <a:pPr algn="ctr">
              <a:lnSpc>
                <a:spcPct val="10000"/>
              </a:lnSpc>
              <a:defRPr sz="2000"/>
            </a:pPr>
            <a:r>
              <a:t>Power User</a:t>
            </a:r>
          </a:p>
        </p:txBody>
      </p:sp>
      <p:sp>
        <p:nvSpPr>
          <p:cNvPr id="241" name="선"/>
          <p:cNvSpPr/>
          <p:nvPr/>
        </p:nvSpPr>
        <p:spPr>
          <a:xfrm flipH="1">
            <a:off x="2014184" y="8643132"/>
            <a:ext cx="1" cy="183503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2" name="Introduction…"/>
          <p:cNvSpPr txBox="1"/>
          <p:nvPr/>
        </p:nvSpPr>
        <p:spPr>
          <a:xfrm>
            <a:off x="1274790" y="10583892"/>
            <a:ext cx="1478789" cy="1616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lnSpc>
                <a:spcPct val="10000"/>
              </a:lnSpc>
              <a:defRPr sz="2000"/>
            </a:pPr>
            <a:r>
              <a:t>Introduction</a:t>
            </a:r>
          </a:p>
          <a:p>
            <a:pPr algn="ctr">
              <a:lnSpc>
                <a:spcPct val="10000"/>
              </a:lnSpc>
              <a:defRPr sz="2000"/>
            </a:pPr>
            <a:r>
              <a:t>To</a:t>
            </a:r>
          </a:p>
          <a:p>
            <a:pPr algn="ctr">
              <a:lnSpc>
                <a:spcPct val="10000"/>
              </a:lnSpc>
              <a:defRPr sz="2000"/>
            </a:pPr>
            <a:r>
              <a:t>SQL</a:t>
            </a:r>
          </a:p>
        </p:txBody>
      </p:sp>
      <p:sp>
        <p:nvSpPr>
          <p:cNvPr id="243" name="선"/>
          <p:cNvSpPr/>
          <p:nvPr/>
        </p:nvSpPr>
        <p:spPr>
          <a:xfrm>
            <a:off x="17161336" y="8667403"/>
            <a:ext cx="1" cy="183503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4" name="Building Cloud Service…"/>
          <p:cNvSpPr txBox="1"/>
          <p:nvPr/>
        </p:nvSpPr>
        <p:spPr>
          <a:xfrm>
            <a:off x="15750166" y="10636368"/>
            <a:ext cx="2696719" cy="1616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lnSpc>
                <a:spcPct val="10000"/>
              </a:lnSpc>
              <a:defRPr sz="2000"/>
            </a:pPr>
            <a:r>
              <a:t>Building Cloud Service</a:t>
            </a:r>
          </a:p>
          <a:p>
            <a:pPr algn="ctr">
              <a:lnSpc>
                <a:spcPct val="10000"/>
              </a:lnSpc>
              <a:defRPr sz="2000"/>
            </a:pPr>
            <a:r>
              <a:t>With the Java Spring</a:t>
            </a:r>
          </a:p>
          <a:p>
            <a:pPr algn="ctr">
              <a:lnSpc>
                <a:spcPct val="10000"/>
              </a:lnSpc>
              <a:defRPr sz="2000"/>
            </a:pPr>
            <a:r>
              <a:t>Framework</a:t>
            </a:r>
          </a:p>
        </p:txBody>
      </p:sp>
      <p:sp>
        <p:nvSpPr>
          <p:cNvPr id="245" name="선"/>
          <p:cNvSpPr/>
          <p:nvPr/>
        </p:nvSpPr>
        <p:spPr>
          <a:xfrm>
            <a:off x="19643987" y="8617732"/>
            <a:ext cx="1" cy="183503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6" name="HTML5…"/>
          <p:cNvSpPr txBox="1"/>
          <p:nvPr/>
        </p:nvSpPr>
        <p:spPr>
          <a:xfrm>
            <a:off x="19138998" y="10535970"/>
            <a:ext cx="947167" cy="1007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lnSpc>
                <a:spcPct val="10000"/>
              </a:lnSpc>
              <a:defRPr sz="2000"/>
            </a:pPr>
            <a:r>
              <a:t>HTML5</a:t>
            </a:r>
          </a:p>
          <a:p>
            <a:pPr algn="ctr">
              <a:lnSpc>
                <a:spcPct val="10000"/>
              </a:lnSpc>
              <a:defRPr sz="2000"/>
            </a:pPr>
            <a:r>
              <a:t>CSS</a:t>
            </a:r>
          </a:p>
        </p:txBody>
      </p:sp>
      <p:sp>
        <p:nvSpPr>
          <p:cNvPr id="247" name="선"/>
          <p:cNvSpPr/>
          <p:nvPr/>
        </p:nvSpPr>
        <p:spPr>
          <a:xfrm>
            <a:off x="22126638" y="8667403"/>
            <a:ext cx="1" cy="183503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8" name="JavaScript…"/>
          <p:cNvSpPr txBox="1"/>
          <p:nvPr/>
        </p:nvSpPr>
        <p:spPr>
          <a:xfrm>
            <a:off x="21387244" y="10666323"/>
            <a:ext cx="1478789" cy="1007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>
            <a:spAutoFit/>
          </a:bodyPr>
          <a:lstStyle/>
          <a:p>
            <a:pPr algn="ctr">
              <a:lnSpc>
                <a:spcPct val="10000"/>
              </a:lnSpc>
              <a:defRPr sz="2000"/>
            </a:pPr>
            <a:r>
              <a:t>JavaScript</a:t>
            </a:r>
          </a:p>
          <a:p>
            <a:pPr algn="ctr">
              <a:lnSpc>
                <a:spcPct val="10000"/>
              </a:lnSpc>
              <a:defRPr sz="2000"/>
            </a:pPr>
            <a:r>
              <a:t>Introduction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u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1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Class="entr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9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Class="entr" nodeType="after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3" dur="1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Class="entr" nodeType="afterEffect" presetID="9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7" dur="1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500"/>
                            </p:stCondLst>
                            <p:childTnLst>
                              <p:par>
                                <p:cTn id="29" presetClass="entr" nodeType="afterEffect" presetID="9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1" dur="1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0"/>
                            </p:stCondLst>
                            <p:childTnLst>
                              <p:par>
                                <p:cTn id="33" presetClass="entr" nodeType="afterEffect" presetID="9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5" dur="1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1500"/>
                            </p:stCondLst>
                            <p:childTnLst>
                              <p:par>
                                <p:cTn id="37" presetClass="entr" nodeType="afterEffect" presetID="9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9" dur="1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3000"/>
                            </p:stCondLst>
                            <p:childTnLst>
                              <p:par>
                                <p:cTn id="41" presetClass="entr" nodeType="afterEffect" presetID="9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43" dur="1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500"/>
                            </p:stCondLst>
                            <p:childTnLst>
                              <p:par>
                                <p:cTn id="45" presetClass="entr" nodeType="afterEffect" presetID="9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47" dur="1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6000"/>
                            </p:stCondLst>
                            <p:childTnLst>
                              <p:par>
                                <p:cTn id="49" presetClass="entr" nodeType="afterEffect" presetID="9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51" dur="1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7500"/>
                            </p:stCondLst>
                            <p:childTnLst>
                              <p:par>
                                <p:cTn id="53" presetClass="entr" nodeType="afterEffect" presetID="9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55" dur="1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9000"/>
                            </p:stCondLst>
                            <p:childTnLst>
                              <p:par>
                                <p:cTn id="57" presetClass="entr" nodeType="afterEffect" presetSubtype="16" presetID="23" grpId="1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8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800"/>
                            </p:stCondLst>
                            <p:childTnLst>
                              <p:par>
                                <p:cTn id="62" presetClass="entr" nodeType="afterEffect" presetSubtype="16" presetID="23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8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8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600"/>
                            </p:stCondLst>
                            <p:childTnLst>
                              <p:par>
                                <p:cTn id="67" presetClass="entr" nodeType="afterEffect" presetSubtype="16" presetID="23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8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8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1400"/>
                            </p:stCondLst>
                            <p:childTnLst>
                              <p:par>
                                <p:cTn id="72" presetClass="entr" nodeType="afterEffect" presetSubtype="16" presetID="23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3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8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8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2200"/>
                            </p:stCondLst>
                            <p:childTnLst>
                              <p:par>
                                <p:cTn id="77" presetClass="entr" nodeType="afterEffect" presetSubtype="16" presetID="23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8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8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23000"/>
                            </p:stCondLst>
                            <p:childTnLst>
                              <p:par>
                                <p:cTn id="82" presetClass="entr" nodeType="afterEffect" presetSubtype="16" presetID="23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8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8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3800"/>
                            </p:stCondLst>
                            <p:childTnLst>
                              <p:par>
                                <p:cTn id="87" presetClass="entr" nodeType="afterEffect" presetSubtype="16" presetID="23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8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800" fill="hold"/>
                                        <p:tgtEl>
                                          <p:spTgt spid="2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4600"/>
                            </p:stCondLst>
                            <p:childTnLst>
                              <p:par>
                                <p:cTn id="92" presetClass="entr" nodeType="afterEffect" presetSubtype="16" presetID="23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8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8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5400"/>
                            </p:stCondLst>
                            <p:childTnLst>
                              <p:par>
                                <p:cTn id="97" presetClass="entr" nodeType="afterEffect" presetSubtype="16" presetID="23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8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8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29" grpId="3"/>
      <p:bldP build="whole" bldLvl="1" animBg="1" rev="0" advAuto="0" spid="243" grpId="11"/>
      <p:bldP build="whole" bldLvl="1" animBg="1" rev="0" advAuto="0" spid="225" grpId="1"/>
      <p:bldP build="whole" bldLvl="1" animBg="1" rev="0" advAuto="0" spid="241" grpId="10"/>
      <p:bldP build="whole" bldLvl="1" animBg="1" rev="0" advAuto="0" spid="242" grpId="14"/>
      <p:bldP build="whole" bldLvl="1" animBg="1" rev="0" advAuto="0" spid="239" grpId="9"/>
      <p:bldP build="whole" bldLvl="1" animBg="1" rev="0" advAuto="0" spid="237" grpId="8"/>
      <p:bldP build="whole" bldLvl="1" animBg="1" rev="0" advAuto="0" spid="235" grpId="16"/>
      <p:bldP build="whole" bldLvl="1" animBg="1" rev="0" advAuto="0" spid="232" grpId="6"/>
      <p:bldP build="whole" bldLvl="1" animBg="1" rev="0" advAuto="0" spid="245" grpId="12"/>
      <p:bldP build="whole" bldLvl="1" animBg="1" rev="0" advAuto="0" spid="230" grpId="4"/>
      <p:bldP build="whole" bldLvl="1" animBg="1" rev="0" advAuto="0" spid="236" grpId="17"/>
      <p:bldP build="whole" bldLvl="1" animBg="1" rev="0" advAuto="0" spid="228" grpId="2"/>
      <p:bldP build="whole" bldLvl="1" animBg="1" rev="0" advAuto="0" spid="238" grpId="18"/>
      <p:bldP build="whole" bldLvl="1" animBg="1" rev="0" advAuto="0" spid="231" grpId="5"/>
      <p:bldP build="whole" bldLvl="1" animBg="1" rev="0" advAuto="0" spid="246" grpId="21"/>
      <p:bldP build="whole" bldLvl="1" animBg="1" rev="0" advAuto="0" spid="233" grpId="7"/>
      <p:bldP build="whole" bldLvl="1" animBg="1" rev="0" advAuto="0" spid="240" grpId="19"/>
      <p:bldP build="whole" bldLvl="1" animBg="1" rev="0" advAuto="0" spid="247" grpId="13"/>
      <p:bldP build="whole" bldLvl="1" animBg="1" rev="0" advAuto="0" spid="244" grpId="20"/>
      <p:bldP build="whole" bldLvl="1" animBg="1" rev="0" advAuto="0" spid="248" grpId="22"/>
      <p:bldP build="whole" bldLvl="1" animBg="1" rev="0" advAuto="0" spid="234" grpId="15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New Technique"/>
          <p:cNvSpPr txBox="1"/>
          <p:nvPr>
            <p:ph type="title"/>
          </p:nvPr>
        </p:nvSpPr>
        <p:spPr>
          <a:xfrm>
            <a:off x="2527882" y="4406900"/>
            <a:ext cx="10405571" cy="4648201"/>
          </a:xfrm>
          <a:prstGeom prst="rect">
            <a:avLst/>
          </a:prstGeom>
        </p:spPr>
        <p:txBody>
          <a:bodyPr/>
          <a:lstStyle/>
          <a:p>
            <a:pPr/>
            <a:r>
              <a:t>New Technique</a:t>
            </a:r>
          </a:p>
        </p:txBody>
      </p:sp>
      <p:grpSp>
        <p:nvGrpSpPr>
          <p:cNvPr id="253" name="그룹"/>
          <p:cNvGrpSpPr/>
          <p:nvPr/>
        </p:nvGrpSpPr>
        <p:grpSpPr>
          <a:xfrm>
            <a:off x="12878386" y="6303568"/>
            <a:ext cx="8977732" cy="1515264"/>
            <a:chOff x="0" y="0"/>
            <a:chExt cx="8977731" cy="1515262"/>
          </a:xfrm>
        </p:grpSpPr>
        <p:sp>
          <p:nvSpPr>
            <p:cNvPr id="251" name="선"/>
            <p:cNvSpPr/>
            <p:nvPr/>
          </p:nvSpPr>
          <p:spPr>
            <a:xfrm>
              <a:off x="0" y="1354531"/>
              <a:ext cx="8045651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252" name="."/>
            <p:cNvSpPr txBox="1"/>
            <p:nvPr/>
          </p:nvSpPr>
          <p:spPr>
            <a:xfrm>
              <a:off x="8524493" y="0"/>
              <a:ext cx="453239" cy="1515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9600"/>
              </a:lvl1pPr>
            </a:lstStyle>
            <a:p>
              <a:pPr/>
              <a:r>
                <a:t>.</a:t>
              </a:r>
            </a:p>
          </p:txBody>
        </p:sp>
      </p:grpSp>
      <p:sp>
        <p:nvSpPr>
          <p:cNvPr id="254" name="Git"/>
          <p:cNvSpPr txBox="1"/>
          <p:nvPr/>
        </p:nvSpPr>
        <p:spPr>
          <a:xfrm>
            <a:off x="13602762" y="5824524"/>
            <a:ext cx="2346090" cy="1812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1600"/>
            </a:lvl1pPr>
          </a:lstStyle>
          <a:p>
            <a:pPr/>
            <a:r>
              <a:t>Git</a:t>
            </a:r>
          </a:p>
        </p:txBody>
      </p:sp>
      <p:sp>
        <p:nvSpPr>
          <p:cNvPr id="255" name="SQL"/>
          <p:cNvSpPr txBox="1"/>
          <p:nvPr/>
        </p:nvSpPr>
        <p:spPr>
          <a:xfrm>
            <a:off x="13602762" y="5824524"/>
            <a:ext cx="3522824" cy="1812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1600"/>
            </a:lvl1pPr>
          </a:lstStyle>
          <a:p>
            <a:pPr/>
            <a:r>
              <a:t>SQL</a:t>
            </a:r>
          </a:p>
        </p:txBody>
      </p:sp>
      <p:sp>
        <p:nvSpPr>
          <p:cNvPr id="256" name="Spring"/>
          <p:cNvSpPr txBox="1"/>
          <p:nvPr/>
        </p:nvSpPr>
        <p:spPr>
          <a:xfrm>
            <a:off x="13602762" y="5824524"/>
            <a:ext cx="4937287" cy="1812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1600"/>
            </a:lvl1pPr>
          </a:lstStyle>
          <a:p>
            <a:pPr/>
            <a:r>
              <a:t>Spring</a:t>
            </a:r>
          </a:p>
        </p:txBody>
      </p:sp>
      <p:sp>
        <p:nvSpPr>
          <p:cNvPr id="257" name="HTML"/>
          <p:cNvSpPr txBox="1"/>
          <p:nvPr/>
        </p:nvSpPr>
        <p:spPr>
          <a:xfrm>
            <a:off x="13602762" y="5824524"/>
            <a:ext cx="4238588" cy="1812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1600"/>
            </a:lvl1pPr>
          </a:lstStyle>
          <a:p>
            <a:pPr/>
            <a:r>
              <a:t>HTML</a:t>
            </a:r>
          </a:p>
        </p:txBody>
      </p:sp>
      <p:sp>
        <p:nvSpPr>
          <p:cNvPr id="258" name="CSS"/>
          <p:cNvSpPr txBox="1"/>
          <p:nvPr/>
        </p:nvSpPr>
        <p:spPr>
          <a:xfrm>
            <a:off x="13602762" y="5824524"/>
            <a:ext cx="3366654" cy="1812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1600"/>
            </a:lvl1pPr>
          </a:lstStyle>
          <a:p>
            <a:pPr/>
            <a:r>
              <a:t>CSS</a:t>
            </a:r>
          </a:p>
        </p:txBody>
      </p:sp>
      <p:sp>
        <p:nvSpPr>
          <p:cNvPr id="259" name="JavaScript"/>
          <p:cNvSpPr txBox="1"/>
          <p:nvPr/>
        </p:nvSpPr>
        <p:spPr>
          <a:xfrm>
            <a:off x="13602762" y="5824524"/>
            <a:ext cx="7528980" cy="1812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1600"/>
            </a:lvl1pPr>
          </a:lstStyle>
          <a:p>
            <a:pPr/>
            <a:r>
              <a:t>JavaScript</a:t>
            </a:r>
          </a:p>
        </p:txBody>
      </p:sp>
      <p:sp>
        <p:nvSpPr>
          <p:cNvPr id="260" name="OS"/>
          <p:cNvSpPr txBox="1"/>
          <p:nvPr/>
        </p:nvSpPr>
        <p:spPr>
          <a:xfrm>
            <a:off x="13602762" y="5824524"/>
            <a:ext cx="7528980" cy="1812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1600"/>
            </a:lvl1pPr>
          </a:lstStyle>
          <a:p>
            <a:pPr/>
            <a:r>
              <a:t>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xit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xit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xit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Class="exit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xit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afterEffect" presetSubtype="0" presetID="1" grpId="1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Class="exit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Class="entr" nodeType="afterEffect" presetSubtype="0" presetID="1" grpId="1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55" grpId="3"/>
      <p:bldP build="whole" bldLvl="1" animBg="1" rev="0" advAuto="0" spid="255" grpId="4"/>
      <p:bldP build="whole" bldLvl="1" animBg="1" rev="0" advAuto="0" spid="256" grpId="5"/>
      <p:bldP build="whole" bldLvl="1" animBg="1" rev="0" advAuto="0" spid="256" grpId="6"/>
      <p:bldP build="whole" bldLvl="1" animBg="1" rev="0" advAuto="0" spid="254" grpId="1"/>
      <p:bldP build="whole" bldLvl="1" animBg="1" rev="0" advAuto="0" spid="254" grpId="2"/>
      <p:bldP build="whole" bldLvl="1" animBg="1" rev="0" advAuto="0" spid="260" grpId="11"/>
      <p:bldP build="whole" bldLvl="1" animBg="1" rev="0" advAuto="0" spid="260" grpId="12"/>
      <p:bldP build="whole" bldLvl="1" animBg="1" rev="0" advAuto="0" spid="258" grpId="9"/>
      <p:bldP build="whole" bldLvl="1" animBg="1" rev="0" advAuto="0" spid="258" grpId="10"/>
      <p:bldP build="whole" bldLvl="1" animBg="1" rev="0" advAuto="0" spid="259" grpId="13"/>
      <p:bldP build="whole" bldLvl="1" animBg="1" rev="0" advAuto="0" spid="257" grpId="7"/>
      <p:bldP build="whole" bldLvl="1" animBg="1" rev="0" advAuto="0" spid="257" grpId="8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남성"/>
          <p:cNvSpPr/>
          <p:nvPr/>
        </p:nvSpPr>
        <p:spPr>
          <a:xfrm>
            <a:off x="11827295" y="5873910"/>
            <a:ext cx="729410" cy="19681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3" name="원"/>
          <p:cNvSpPr/>
          <p:nvPr/>
        </p:nvSpPr>
        <p:spPr>
          <a:xfrm>
            <a:off x="9307512" y="3973512"/>
            <a:ext cx="5768976" cy="5768976"/>
          </a:xfrm>
          <a:prstGeom prst="ellips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4" name="남성"/>
          <p:cNvSpPr/>
          <p:nvPr/>
        </p:nvSpPr>
        <p:spPr>
          <a:xfrm>
            <a:off x="5304999" y="2605924"/>
            <a:ext cx="419606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5" name="남성"/>
          <p:cNvSpPr/>
          <p:nvPr/>
        </p:nvSpPr>
        <p:spPr>
          <a:xfrm>
            <a:off x="3704799" y="5730124"/>
            <a:ext cx="419606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6" name="남성"/>
          <p:cNvSpPr/>
          <p:nvPr/>
        </p:nvSpPr>
        <p:spPr>
          <a:xfrm>
            <a:off x="7514800" y="9362324"/>
            <a:ext cx="419605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7" name="남성"/>
          <p:cNvSpPr/>
          <p:nvPr/>
        </p:nvSpPr>
        <p:spPr>
          <a:xfrm>
            <a:off x="17243000" y="2605924"/>
            <a:ext cx="419605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8" name="남성"/>
          <p:cNvSpPr/>
          <p:nvPr/>
        </p:nvSpPr>
        <p:spPr>
          <a:xfrm>
            <a:off x="8327600" y="1158124"/>
            <a:ext cx="419605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69" name="남성"/>
          <p:cNvSpPr/>
          <p:nvPr/>
        </p:nvSpPr>
        <p:spPr>
          <a:xfrm>
            <a:off x="22018200" y="5501524"/>
            <a:ext cx="419605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0" name="남성"/>
          <p:cNvSpPr/>
          <p:nvPr/>
        </p:nvSpPr>
        <p:spPr>
          <a:xfrm>
            <a:off x="16862000" y="11572124"/>
            <a:ext cx="419605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1" name="남성"/>
          <p:cNvSpPr/>
          <p:nvPr/>
        </p:nvSpPr>
        <p:spPr>
          <a:xfrm>
            <a:off x="18894000" y="6291886"/>
            <a:ext cx="419605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2" name="남성"/>
          <p:cNvSpPr/>
          <p:nvPr/>
        </p:nvSpPr>
        <p:spPr>
          <a:xfrm>
            <a:off x="21357800" y="1488324"/>
            <a:ext cx="419605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3" name="남성"/>
          <p:cNvSpPr/>
          <p:nvPr/>
        </p:nvSpPr>
        <p:spPr>
          <a:xfrm>
            <a:off x="20773600" y="9746286"/>
            <a:ext cx="419605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4" name="남성"/>
          <p:cNvSpPr/>
          <p:nvPr/>
        </p:nvSpPr>
        <p:spPr>
          <a:xfrm>
            <a:off x="1850599" y="11089524"/>
            <a:ext cx="419606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7" h="21600" fill="norm" stroke="1" extrusionOk="0">
                <a:moveTo>
                  <a:pt x="10777" y="0"/>
                </a:moveTo>
                <a:cubicBezTo>
                  <a:pt x="9509" y="0"/>
                  <a:pt x="8239" y="180"/>
                  <a:pt x="7271" y="540"/>
                </a:cubicBezTo>
                <a:cubicBezTo>
                  <a:pt x="5335" y="1259"/>
                  <a:pt x="5335" y="2425"/>
                  <a:pt x="7271" y="3144"/>
                </a:cubicBezTo>
                <a:cubicBezTo>
                  <a:pt x="9206" y="3863"/>
                  <a:pt x="12348" y="3863"/>
                  <a:pt x="14284" y="3144"/>
                </a:cubicBezTo>
                <a:cubicBezTo>
                  <a:pt x="16220" y="2425"/>
                  <a:pt x="16220" y="1259"/>
                  <a:pt x="14284" y="540"/>
                </a:cubicBezTo>
                <a:cubicBezTo>
                  <a:pt x="13316" y="180"/>
                  <a:pt x="12046" y="0"/>
                  <a:pt x="10777" y="0"/>
                </a:cubicBezTo>
                <a:close/>
                <a:moveTo>
                  <a:pt x="4845" y="4060"/>
                </a:moveTo>
                <a:cubicBezTo>
                  <a:pt x="2970" y="4060"/>
                  <a:pt x="1445" y="4331"/>
                  <a:pt x="907" y="4563"/>
                </a:cubicBezTo>
                <a:cubicBezTo>
                  <a:pt x="-23" y="4963"/>
                  <a:pt x="-21" y="5438"/>
                  <a:pt x="8" y="5606"/>
                </a:cubicBezTo>
                <a:lnTo>
                  <a:pt x="8" y="12393"/>
                </a:lnTo>
                <a:cubicBezTo>
                  <a:pt x="8" y="12733"/>
                  <a:pt x="732" y="13004"/>
                  <a:pt x="1648" y="13004"/>
                </a:cubicBezTo>
                <a:cubicBezTo>
                  <a:pt x="2563" y="13004"/>
                  <a:pt x="3292" y="12728"/>
                  <a:pt x="3292" y="12393"/>
                </a:cubicBezTo>
                <a:lnTo>
                  <a:pt x="3292" y="6777"/>
                </a:lnTo>
                <a:lnTo>
                  <a:pt x="4791" y="6777"/>
                </a:lnTo>
                <a:lnTo>
                  <a:pt x="4791" y="12641"/>
                </a:lnTo>
                <a:lnTo>
                  <a:pt x="4804" y="12641"/>
                </a:lnTo>
                <a:lnTo>
                  <a:pt x="4804" y="20628"/>
                </a:lnTo>
                <a:cubicBezTo>
                  <a:pt x="4804" y="21163"/>
                  <a:pt x="5982" y="21600"/>
                  <a:pt x="7421" y="21600"/>
                </a:cubicBezTo>
                <a:cubicBezTo>
                  <a:pt x="8860" y="21600"/>
                  <a:pt x="10037" y="21163"/>
                  <a:pt x="10037" y="20628"/>
                </a:cubicBezTo>
                <a:lnTo>
                  <a:pt x="10037" y="12641"/>
                </a:lnTo>
                <a:lnTo>
                  <a:pt x="10777" y="12641"/>
                </a:lnTo>
                <a:lnTo>
                  <a:pt x="11504" y="12641"/>
                </a:lnTo>
                <a:lnTo>
                  <a:pt x="11504" y="20628"/>
                </a:lnTo>
                <a:cubicBezTo>
                  <a:pt x="11504" y="21163"/>
                  <a:pt x="12682" y="21600"/>
                  <a:pt x="14121" y="21600"/>
                </a:cubicBezTo>
                <a:cubicBezTo>
                  <a:pt x="15559" y="21600"/>
                  <a:pt x="16737" y="21163"/>
                  <a:pt x="16737" y="20628"/>
                </a:cubicBezTo>
                <a:lnTo>
                  <a:pt x="16737" y="12636"/>
                </a:lnTo>
                <a:lnTo>
                  <a:pt x="16750" y="12636"/>
                </a:lnTo>
                <a:lnTo>
                  <a:pt x="16750" y="6772"/>
                </a:lnTo>
                <a:lnTo>
                  <a:pt x="18249" y="6772"/>
                </a:lnTo>
                <a:lnTo>
                  <a:pt x="18249" y="12388"/>
                </a:lnTo>
                <a:cubicBezTo>
                  <a:pt x="18249" y="12728"/>
                  <a:pt x="18973" y="12997"/>
                  <a:pt x="19889" y="12997"/>
                </a:cubicBezTo>
                <a:cubicBezTo>
                  <a:pt x="20805" y="12997"/>
                  <a:pt x="21533" y="12723"/>
                  <a:pt x="21533" y="12388"/>
                </a:cubicBezTo>
                <a:lnTo>
                  <a:pt x="21533" y="5606"/>
                </a:lnTo>
                <a:cubicBezTo>
                  <a:pt x="21577" y="5438"/>
                  <a:pt x="21564" y="4957"/>
                  <a:pt x="20634" y="4563"/>
                </a:cubicBezTo>
                <a:cubicBezTo>
                  <a:pt x="20096" y="4336"/>
                  <a:pt x="18566" y="4060"/>
                  <a:pt x="16691" y="4060"/>
                </a:cubicBezTo>
                <a:lnTo>
                  <a:pt x="10777" y="4060"/>
                </a:lnTo>
                <a:lnTo>
                  <a:pt x="4845" y="406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75" name="백열 전구"/>
          <p:cNvSpPr/>
          <p:nvPr/>
        </p:nvSpPr>
        <p:spPr>
          <a:xfrm>
            <a:off x="11865511" y="4300895"/>
            <a:ext cx="652978" cy="11322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5" y="0"/>
                  <a:pt x="0" y="2843"/>
                  <a:pt x="0" y="6352"/>
                </a:cubicBezTo>
                <a:cubicBezTo>
                  <a:pt x="0" y="7004"/>
                  <a:pt x="167" y="7633"/>
                  <a:pt x="477" y="8225"/>
                </a:cubicBezTo>
                <a:cubicBezTo>
                  <a:pt x="477" y="8225"/>
                  <a:pt x="477" y="8226"/>
                  <a:pt x="477" y="8227"/>
                </a:cubicBezTo>
                <a:cubicBezTo>
                  <a:pt x="491" y="8261"/>
                  <a:pt x="527" y="8322"/>
                  <a:pt x="579" y="8405"/>
                </a:cubicBezTo>
                <a:cubicBezTo>
                  <a:pt x="693" y="8601"/>
                  <a:pt x="822" y="8793"/>
                  <a:pt x="966" y="8979"/>
                </a:cubicBezTo>
                <a:cubicBezTo>
                  <a:pt x="2223" y="10787"/>
                  <a:pt x="5439" y="15160"/>
                  <a:pt x="5440" y="16141"/>
                </a:cubicBezTo>
                <a:lnTo>
                  <a:pt x="5656" y="16902"/>
                </a:lnTo>
                <a:cubicBezTo>
                  <a:pt x="5656" y="16902"/>
                  <a:pt x="5696" y="16981"/>
                  <a:pt x="5817" y="17079"/>
                </a:cubicBezTo>
                <a:lnTo>
                  <a:pt x="15815" y="17079"/>
                </a:lnTo>
                <a:cubicBezTo>
                  <a:pt x="15936" y="16981"/>
                  <a:pt x="15976" y="16902"/>
                  <a:pt x="15976" y="16902"/>
                </a:cubicBezTo>
                <a:lnTo>
                  <a:pt x="16193" y="16141"/>
                </a:lnTo>
                <a:cubicBezTo>
                  <a:pt x="16193" y="14948"/>
                  <a:pt x="20944" y="8742"/>
                  <a:pt x="21152" y="8227"/>
                </a:cubicBezTo>
                <a:cubicBezTo>
                  <a:pt x="21159" y="8211"/>
                  <a:pt x="21155" y="8198"/>
                  <a:pt x="21141" y="8188"/>
                </a:cubicBezTo>
                <a:cubicBezTo>
                  <a:pt x="21438" y="7607"/>
                  <a:pt x="21600" y="6990"/>
                  <a:pt x="21600" y="6352"/>
                </a:cubicBezTo>
                <a:cubicBezTo>
                  <a:pt x="21600" y="2843"/>
                  <a:pt x="16765" y="0"/>
                  <a:pt x="10800" y="0"/>
                </a:cubicBezTo>
                <a:close/>
                <a:moveTo>
                  <a:pt x="5943" y="17697"/>
                </a:moveTo>
                <a:cubicBezTo>
                  <a:pt x="5930" y="17727"/>
                  <a:pt x="5919" y="17758"/>
                  <a:pt x="5919" y="17791"/>
                </a:cubicBezTo>
                <a:lnTo>
                  <a:pt x="5919" y="18399"/>
                </a:lnTo>
                <a:cubicBezTo>
                  <a:pt x="5919" y="18599"/>
                  <a:pt x="6178" y="18765"/>
                  <a:pt x="6510" y="18795"/>
                </a:cubicBezTo>
                <a:cubicBezTo>
                  <a:pt x="6431" y="18855"/>
                  <a:pt x="6382" y="18929"/>
                  <a:pt x="6382" y="19010"/>
                </a:cubicBezTo>
                <a:lnTo>
                  <a:pt x="6382" y="19541"/>
                </a:lnTo>
                <a:cubicBezTo>
                  <a:pt x="6382" y="19736"/>
                  <a:pt x="6656" y="19894"/>
                  <a:pt x="6993" y="19894"/>
                </a:cubicBezTo>
                <a:lnTo>
                  <a:pt x="7186" y="19894"/>
                </a:lnTo>
                <a:lnTo>
                  <a:pt x="7186" y="20380"/>
                </a:lnTo>
                <a:cubicBezTo>
                  <a:pt x="7186" y="20568"/>
                  <a:pt x="7454" y="20721"/>
                  <a:pt x="7780" y="20721"/>
                </a:cubicBezTo>
                <a:lnTo>
                  <a:pt x="8816" y="20721"/>
                </a:lnTo>
                <a:cubicBezTo>
                  <a:pt x="8925" y="21215"/>
                  <a:pt x="9771" y="21600"/>
                  <a:pt x="10800" y="21600"/>
                </a:cubicBezTo>
                <a:cubicBezTo>
                  <a:pt x="11829" y="21600"/>
                  <a:pt x="12675" y="21215"/>
                  <a:pt x="12784" y="20721"/>
                </a:cubicBezTo>
                <a:lnTo>
                  <a:pt x="13820" y="20721"/>
                </a:lnTo>
                <a:cubicBezTo>
                  <a:pt x="14146" y="20721"/>
                  <a:pt x="14414" y="20568"/>
                  <a:pt x="14414" y="20380"/>
                </a:cubicBezTo>
                <a:lnTo>
                  <a:pt x="14414" y="19894"/>
                </a:lnTo>
                <a:lnTo>
                  <a:pt x="14607" y="19894"/>
                </a:lnTo>
                <a:cubicBezTo>
                  <a:pt x="14944" y="19894"/>
                  <a:pt x="15218" y="19736"/>
                  <a:pt x="15218" y="19541"/>
                </a:cubicBezTo>
                <a:lnTo>
                  <a:pt x="15218" y="19010"/>
                </a:lnTo>
                <a:cubicBezTo>
                  <a:pt x="15218" y="18929"/>
                  <a:pt x="15169" y="18855"/>
                  <a:pt x="15090" y="18795"/>
                </a:cubicBezTo>
                <a:cubicBezTo>
                  <a:pt x="15422" y="18765"/>
                  <a:pt x="15681" y="18599"/>
                  <a:pt x="15681" y="18399"/>
                </a:cubicBezTo>
                <a:lnTo>
                  <a:pt x="15681" y="17791"/>
                </a:lnTo>
                <a:cubicBezTo>
                  <a:pt x="15681" y="17758"/>
                  <a:pt x="15670" y="17727"/>
                  <a:pt x="15657" y="17697"/>
                </a:cubicBezTo>
                <a:lnTo>
                  <a:pt x="5943" y="17697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6" dur="300" fill="hold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Class="exit" nodeType="after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0" dur="300" fill="hold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Class="exit" nodeType="after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4" dur="300" fill="hold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Class="exit" nodeType="after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18" dur="300" fill="hold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Class="exit" nodeType="after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2" dur="300" fill="hold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Class="exit" nodeType="after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26" dur="300" fill="hold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Class="exit" nodeType="afterEffect" presetID="10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30" dur="300" fill="hold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Class="exit" nodeType="afterEffect" presetID="10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34" dur="300" fill="hold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00"/>
                            </p:stCondLst>
                            <p:childTnLst>
                              <p:par>
                                <p:cTn id="37" presetClass="exit" nodeType="afterEffect" presetID="10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38" dur="300" fill="hold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700"/>
                            </p:stCondLst>
                            <p:childTnLst>
                              <p:par>
                                <p:cTn id="41" presetClass="exit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42" dur="300" fill="hold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000"/>
                            </p:stCondLst>
                            <p:childTnLst>
                              <p:par>
                                <p:cTn id="45" presetClass="exit" nodeType="afterEffect" presetID="10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46" dur="300" fill="hold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300"/>
                            </p:stCondLst>
                            <p:childTnLst>
                              <p:par>
                                <p:cTn id="49" presetClass="entr" nodeType="afterEffect" presetSubtype="1" presetID="2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75" grpId="12"/>
      <p:bldP build="whole" bldLvl="1" animBg="1" rev="0" advAuto="0" spid="271" grpId="7"/>
      <p:bldP build="whole" bldLvl="1" animBg="1" rev="0" advAuto="0" spid="274" grpId="10"/>
      <p:bldP build="whole" bldLvl="1" animBg="1" rev="0" advAuto="0" spid="270" grpId="11"/>
      <p:bldP build="whole" bldLvl="1" animBg="1" rev="0" advAuto="0" spid="268" grpId="1"/>
      <p:bldP build="whole" bldLvl="1" animBg="1" rev="0" advAuto="0" spid="272" grpId="2"/>
      <p:bldP build="whole" bldLvl="1" animBg="1" rev="0" advAuto="0" spid="265" grpId="6"/>
      <p:bldP build="whole" bldLvl="1" animBg="1" rev="0" advAuto="0" spid="273" grpId="9"/>
      <p:bldP build="whole" bldLvl="1" animBg="1" rev="0" advAuto="0" spid="267" grpId="4"/>
      <p:bldP build="whole" bldLvl="1" animBg="1" rev="0" advAuto="0" spid="266" grpId="8"/>
      <p:bldP build="whole" bldLvl="1" animBg="1" rev="0" advAuto="0" spid="269" grpId="5"/>
      <p:bldP build="whole" bldLvl="1" animBg="1" rev="0" advAuto="0" spid="264" grpId="3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Knowledge"/>
          <p:cNvSpPr txBox="1"/>
          <p:nvPr>
            <p:ph type="body" sz="half" idx="1"/>
          </p:nvPr>
        </p:nvSpPr>
        <p:spPr>
          <a:xfrm>
            <a:off x="1206499" y="4906274"/>
            <a:ext cx="21971001" cy="3903452"/>
          </a:xfrm>
          <a:prstGeom prst="rect">
            <a:avLst/>
          </a:prstGeom>
        </p:spPr>
        <p:txBody>
          <a:bodyPr/>
          <a:lstStyle/>
          <a:p>
            <a:pPr/>
            <a:r>
              <a:t>Knowledge</a:t>
            </a:r>
          </a:p>
        </p:txBody>
      </p:sp>
      <p:sp>
        <p:nvSpPr>
          <p:cNvPr id="278" name="Experiences"/>
          <p:cNvSpPr txBox="1"/>
          <p:nvPr/>
        </p:nvSpPr>
        <p:spPr>
          <a:xfrm>
            <a:off x="1966761" y="4906274"/>
            <a:ext cx="21971001" cy="3903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50" sz="25000"/>
            </a:lvl1pPr>
          </a:lstStyle>
          <a:p>
            <a:pPr/>
            <a:r>
              <a:t>Experiences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77" grpId="2"/>
      <p:bldP build="whole" bldLvl="1" animBg="1" rev="0" advAuto="0" spid="278" grpId="3"/>
      <p:bldP build="whole" bldLvl="1" animBg="1" rev="0" advAuto="0" spid="277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컴퓨터"/>
          <p:cNvSpPr/>
          <p:nvPr/>
        </p:nvSpPr>
        <p:spPr>
          <a:xfrm>
            <a:off x="13375865" y="6460674"/>
            <a:ext cx="1782096" cy="14381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600" fill="norm" stroke="1" extrusionOk="0">
                <a:moveTo>
                  <a:pt x="464" y="0"/>
                </a:moveTo>
                <a:cubicBezTo>
                  <a:pt x="210" y="0"/>
                  <a:pt x="0" y="261"/>
                  <a:pt x="0" y="575"/>
                </a:cubicBezTo>
                <a:lnTo>
                  <a:pt x="0" y="17777"/>
                </a:lnTo>
                <a:cubicBezTo>
                  <a:pt x="0" y="18091"/>
                  <a:pt x="210" y="18354"/>
                  <a:pt x="464" y="18354"/>
                </a:cubicBezTo>
                <a:lnTo>
                  <a:pt x="9148" y="18354"/>
                </a:lnTo>
                <a:lnTo>
                  <a:pt x="9116" y="18513"/>
                </a:lnTo>
                <a:lnTo>
                  <a:pt x="8753" y="20763"/>
                </a:lnTo>
                <a:lnTo>
                  <a:pt x="7690" y="20763"/>
                </a:lnTo>
                <a:lnTo>
                  <a:pt x="7690" y="21600"/>
                </a:lnTo>
                <a:lnTo>
                  <a:pt x="10486" y="21600"/>
                </a:lnTo>
                <a:lnTo>
                  <a:pt x="11107" y="21600"/>
                </a:lnTo>
                <a:lnTo>
                  <a:pt x="13905" y="21600"/>
                </a:lnTo>
                <a:lnTo>
                  <a:pt x="13905" y="20763"/>
                </a:lnTo>
                <a:lnTo>
                  <a:pt x="12842" y="20763"/>
                </a:lnTo>
                <a:lnTo>
                  <a:pt x="12479" y="18513"/>
                </a:lnTo>
                <a:lnTo>
                  <a:pt x="12452" y="18354"/>
                </a:lnTo>
                <a:lnTo>
                  <a:pt x="21131" y="18354"/>
                </a:lnTo>
                <a:cubicBezTo>
                  <a:pt x="21384" y="18354"/>
                  <a:pt x="21595" y="18091"/>
                  <a:pt x="21595" y="17777"/>
                </a:cubicBezTo>
                <a:lnTo>
                  <a:pt x="21595" y="575"/>
                </a:lnTo>
                <a:cubicBezTo>
                  <a:pt x="21600" y="261"/>
                  <a:pt x="21389" y="0"/>
                  <a:pt x="21136" y="0"/>
                </a:cubicBezTo>
                <a:lnTo>
                  <a:pt x="464" y="0"/>
                </a:lnTo>
                <a:close/>
                <a:moveTo>
                  <a:pt x="10800" y="542"/>
                </a:moveTo>
                <a:cubicBezTo>
                  <a:pt x="10913" y="542"/>
                  <a:pt x="11006" y="650"/>
                  <a:pt x="11006" y="797"/>
                </a:cubicBezTo>
                <a:cubicBezTo>
                  <a:pt x="11006" y="937"/>
                  <a:pt x="10913" y="1052"/>
                  <a:pt x="10800" y="1052"/>
                </a:cubicBezTo>
                <a:cubicBezTo>
                  <a:pt x="10686" y="1052"/>
                  <a:pt x="10594" y="937"/>
                  <a:pt x="10594" y="797"/>
                </a:cubicBezTo>
                <a:cubicBezTo>
                  <a:pt x="10594" y="656"/>
                  <a:pt x="10686" y="542"/>
                  <a:pt x="10800" y="542"/>
                </a:cubicBezTo>
                <a:close/>
                <a:moveTo>
                  <a:pt x="1242" y="1734"/>
                </a:moveTo>
                <a:lnTo>
                  <a:pt x="20358" y="1734"/>
                </a:lnTo>
                <a:lnTo>
                  <a:pt x="20358" y="15233"/>
                </a:lnTo>
                <a:lnTo>
                  <a:pt x="1242" y="15233"/>
                </a:lnTo>
                <a:lnTo>
                  <a:pt x="1242" y="1734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283" name="그룹"/>
          <p:cNvGrpSpPr/>
          <p:nvPr/>
        </p:nvGrpSpPr>
        <p:grpSpPr>
          <a:xfrm>
            <a:off x="11443411" y="5725043"/>
            <a:ext cx="1497178" cy="2265914"/>
            <a:chOff x="0" y="0"/>
            <a:chExt cx="1497177" cy="2265913"/>
          </a:xfrm>
        </p:grpSpPr>
        <p:sp>
          <p:nvSpPr>
            <p:cNvPr id="281" name="남성"/>
            <p:cNvSpPr/>
            <p:nvPr/>
          </p:nvSpPr>
          <p:spPr>
            <a:xfrm>
              <a:off x="464993" y="735452"/>
              <a:ext cx="567191" cy="15304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7" h="21600" fill="norm" stroke="1" extrusionOk="0">
                  <a:moveTo>
                    <a:pt x="10777" y="0"/>
                  </a:moveTo>
                  <a:cubicBezTo>
                    <a:pt x="9509" y="0"/>
                    <a:pt x="8239" y="180"/>
                    <a:pt x="7271" y="540"/>
                  </a:cubicBezTo>
                  <a:cubicBezTo>
                    <a:pt x="5335" y="1259"/>
                    <a:pt x="5335" y="2425"/>
                    <a:pt x="7271" y="3144"/>
                  </a:cubicBezTo>
                  <a:cubicBezTo>
                    <a:pt x="9206" y="3863"/>
                    <a:pt x="12348" y="3863"/>
                    <a:pt x="14284" y="3144"/>
                  </a:cubicBezTo>
                  <a:cubicBezTo>
                    <a:pt x="16220" y="2425"/>
                    <a:pt x="16220" y="1259"/>
                    <a:pt x="14284" y="540"/>
                  </a:cubicBezTo>
                  <a:cubicBezTo>
                    <a:pt x="13316" y="180"/>
                    <a:pt x="12046" y="0"/>
                    <a:pt x="10777" y="0"/>
                  </a:cubicBezTo>
                  <a:close/>
                  <a:moveTo>
                    <a:pt x="4845" y="4060"/>
                  </a:moveTo>
                  <a:cubicBezTo>
                    <a:pt x="2970" y="4060"/>
                    <a:pt x="1445" y="4331"/>
                    <a:pt x="907" y="4563"/>
                  </a:cubicBezTo>
                  <a:cubicBezTo>
                    <a:pt x="-23" y="4963"/>
                    <a:pt x="-21" y="5438"/>
                    <a:pt x="8" y="5606"/>
                  </a:cubicBezTo>
                  <a:lnTo>
                    <a:pt x="8" y="12393"/>
                  </a:lnTo>
                  <a:cubicBezTo>
                    <a:pt x="8" y="12733"/>
                    <a:pt x="732" y="13004"/>
                    <a:pt x="1648" y="13004"/>
                  </a:cubicBezTo>
                  <a:cubicBezTo>
                    <a:pt x="2563" y="13004"/>
                    <a:pt x="3292" y="12728"/>
                    <a:pt x="3292" y="12393"/>
                  </a:cubicBezTo>
                  <a:lnTo>
                    <a:pt x="3292" y="6777"/>
                  </a:lnTo>
                  <a:lnTo>
                    <a:pt x="4791" y="6777"/>
                  </a:lnTo>
                  <a:lnTo>
                    <a:pt x="4791" y="12641"/>
                  </a:lnTo>
                  <a:lnTo>
                    <a:pt x="4804" y="12641"/>
                  </a:lnTo>
                  <a:lnTo>
                    <a:pt x="4804" y="20628"/>
                  </a:lnTo>
                  <a:cubicBezTo>
                    <a:pt x="4804" y="21163"/>
                    <a:pt x="5982" y="21600"/>
                    <a:pt x="7421" y="21600"/>
                  </a:cubicBezTo>
                  <a:cubicBezTo>
                    <a:pt x="8860" y="21600"/>
                    <a:pt x="10037" y="21163"/>
                    <a:pt x="10037" y="20628"/>
                  </a:cubicBezTo>
                  <a:lnTo>
                    <a:pt x="10037" y="12641"/>
                  </a:lnTo>
                  <a:lnTo>
                    <a:pt x="10777" y="12641"/>
                  </a:lnTo>
                  <a:lnTo>
                    <a:pt x="11504" y="12641"/>
                  </a:lnTo>
                  <a:lnTo>
                    <a:pt x="11504" y="20628"/>
                  </a:lnTo>
                  <a:cubicBezTo>
                    <a:pt x="11504" y="21163"/>
                    <a:pt x="12682" y="21600"/>
                    <a:pt x="14121" y="21600"/>
                  </a:cubicBezTo>
                  <a:cubicBezTo>
                    <a:pt x="15559" y="21600"/>
                    <a:pt x="16737" y="21163"/>
                    <a:pt x="16737" y="20628"/>
                  </a:cubicBezTo>
                  <a:lnTo>
                    <a:pt x="16737" y="12636"/>
                  </a:lnTo>
                  <a:lnTo>
                    <a:pt x="16750" y="12636"/>
                  </a:lnTo>
                  <a:lnTo>
                    <a:pt x="16750" y="6772"/>
                  </a:lnTo>
                  <a:lnTo>
                    <a:pt x="18249" y="6772"/>
                  </a:lnTo>
                  <a:lnTo>
                    <a:pt x="18249" y="12388"/>
                  </a:lnTo>
                  <a:cubicBezTo>
                    <a:pt x="18249" y="12728"/>
                    <a:pt x="18973" y="12997"/>
                    <a:pt x="19889" y="12997"/>
                  </a:cubicBezTo>
                  <a:cubicBezTo>
                    <a:pt x="20805" y="12997"/>
                    <a:pt x="21533" y="12723"/>
                    <a:pt x="21533" y="12388"/>
                  </a:cubicBezTo>
                  <a:lnTo>
                    <a:pt x="21533" y="5606"/>
                  </a:lnTo>
                  <a:cubicBezTo>
                    <a:pt x="21577" y="5438"/>
                    <a:pt x="21564" y="4957"/>
                    <a:pt x="20634" y="4563"/>
                  </a:cubicBezTo>
                  <a:cubicBezTo>
                    <a:pt x="20096" y="4336"/>
                    <a:pt x="18566" y="4060"/>
                    <a:pt x="16691" y="4060"/>
                  </a:cubicBezTo>
                  <a:lnTo>
                    <a:pt x="10777" y="4060"/>
                  </a:lnTo>
                  <a:lnTo>
                    <a:pt x="4845" y="406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282" name="Developer"/>
            <p:cNvSpPr txBox="1"/>
            <p:nvPr/>
          </p:nvSpPr>
          <p:spPr>
            <a:xfrm>
              <a:off x="0" y="0"/>
              <a:ext cx="1497178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Developer</a:t>
              </a:r>
            </a:p>
          </p:txBody>
        </p:sp>
      </p:grpSp>
      <p:sp>
        <p:nvSpPr>
          <p:cNvPr id="284" name="Code"/>
          <p:cNvSpPr txBox="1"/>
          <p:nvPr/>
        </p:nvSpPr>
        <p:spPr>
          <a:xfrm>
            <a:off x="16610160" y="6775517"/>
            <a:ext cx="159319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Code</a:t>
            </a:r>
          </a:p>
        </p:txBody>
      </p:sp>
      <p:sp>
        <p:nvSpPr>
          <p:cNvPr id="285" name="뇌"/>
          <p:cNvSpPr/>
          <p:nvPr/>
        </p:nvSpPr>
        <p:spPr>
          <a:xfrm>
            <a:off x="11106055" y="6637783"/>
            <a:ext cx="1412779" cy="10839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5" h="21427" fill="norm" stroke="1" extrusionOk="0">
                <a:moveTo>
                  <a:pt x="7654" y="1"/>
                </a:moveTo>
                <a:cubicBezTo>
                  <a:pt x="6294" y="20"/>
                  <a:pt x="4753" y="903"/>
                  <a:pt x="4110" y="2532"/>
                </a:cubicBezTo>
                <a:cubicBezTo>
                  <a:pt x="4110" y="2532"/>
                  <a:pt x="4104" y="2532"/>
                  <a:pt x="4104" y="2532"/>
                </a:cubicBezTo>
                <a:cubicBezTo>
                  <a:pt x="3722" y="3624"/>
                  <a:pt x="3929" y="4445"/>
                  <a:pt x="3945" y="4495"/>
                </a:cubicBezTo>
                <a:cubicBezTo>
                  <a:pt x="3976" y="4602"/>
                  <a:pt x="3935" y="4724"/>
                  <a:pt x="3855" y="4767"/>
                </a:cubicBezTo>
                <a:cubicBezTo>
                  <a:pt x="3839" y="4774"/>
                  <a:pt x="3828" y="4781"/>
                  <a:pt x="3812" y="4781"/>
                </a:cubicBezTo>
                <a:cubicBezTo>
                  <a:pt x="3743" y="4788"/>
                  <a:pt x="3679" y="4730"/>
                  <a:pt x="3653" y="4644"/>
                </a:cubicBezTo>
                <a:cubicBezTo>
                  <a:pt x="3642" y="4595"/>
                  <a:pt x="3430" y="3790"/>
                  <a:pt x="3722" y="2691"/>
                </a:cubicBezTo>
                <a:cubicBezTo>
                  <a:pt x="3754" y="2562"/>
                  <a:pt x="3690" y="2425"/>
                  <a:pt x="3590" y="2425"/>
                </a:cubicBezTo>
                <a:cubicBezTo>
                  <a:pt x="1950" y="2425"/>
                  <a:pt x="273" y="5524"/>
                  <a:pt x="347" y="7372"/>
                </a:cubicBezTo>
                <a:cubicBezTo>
                  <a:pt x="353" y="7515"/>
                  <a:pt x="475" y="7579"/>
                  <a:pt x="555" y="7493"/>
                </a:cubicBezTo>
                <a:cubicBezTo>
                  <a:pt x="778" y="7236"/>
                  <a:pt x="1021" y="7029"/>
                  <a:pt x="1281" y="6886"/>
                </a:cubicBezTo>
                <a:cubicBezTo>
                  <a:pt x="1350" y="6850"/>
                  <a:pt x="1429" y="6879"/>
                  <a:pt x="1472" y="6964"/>
                </a:cubicBezTo>
                <a:cubicBezTo>
                  <a:pt x="1530" y="7078"/>
                  <a:pt x="1487" y="7236"/>
                  <a:pt x="1397" y="7279"/>
                </a:cubicBezTo>
                <a:cubicBezTo>
                  <a:pt x="1036" y="7471"/>
                  <a:pt x="750" y="7772"/>
                  <a:pt x="516" y="8129"/>
                </a:cubicBezTo>
                <a:cubicBezTo>
                  <a:pt x="-529" y="10034"/>
                  <a:pt x="140" y="12853"/>
                  <a:pt x="1392" y="14423"/>
                </a:cubicBezTo>
                <a:cubicBezTo>
                  <a:pt x="1610" y="14680"/>
                  <a:pt x="1833" y="14902"/>
                  <a:pt x="2056" y="15088"/>
                </a:cubicBezTo>
                <a:cubicBezTo>
                  <a:pt x="2156" y="15166"/>
                  <a:pt x="2358" y="15310"/>
                  <a:pt x="2352" y="15324"/>
                </a:cubicBezTo>
                <a:cubicBezTo>
                  <a:pt x="3759" y="16381"/>
                  <a:pt x="5347" y="16295"/>
                  <a:pt x="5973" y="16216"/>
                </a:cubicBezTo>
                <a:cubicBezTo>
                  <a:pt x="6105" y="16202"/>
                  <a:pt x="6238" y="16244"/>
                  <a:pt x="6344" y="16344"/>
                </a:cubicBezTo>
                <a:cubicBezTo>
                  <a:pt x="6567" y="16543"/>
                  <a:pt x="8073" y="17950"/>
                  <a:pt x="10605" y="17872"/>
                </a:cubicBezTo>
                <a:cubicBezTo>
                  <a:pt x="11231" y="17850"/>
                  <a:pt x="12001" y="17751"/>
                  <a:pt x="12824" y="17401"/>
                </a:cubicBezTo>
                <a:cubicBezTo>
                  <a:pt x="13912" y="16937"/>
                  <a:pt x="14755" y="15760"/>
                  <a:pt x="14686" y="14325"/>
                </a:cubicBezTo>
                <a:cubicBezTo>
                  <a:pt x="14506" y="12369"/>
                  <a:pt x="13817" y="11205"/>
                  <a:pt x="12469" y="10377"/>
                </a:cubicBezTo>
                <a:cubicBezTo>
                  <a:pt x="11806" y="9970"/>
                  <a:pt x="11046" y="9898"/>
                  <a:pt x="10467" y="9926"/>
                </a:cubicBezTo>
                <a:cubicBezTo>
                  <a:pt x="10122" y="9948"/>
                  <a:pt x="9815" y="9999"/>
                  <a:pt x="9550" y="10056"/>
                </a:cubicBezTo>
                <a:lnTo>
                  <a:pt x="9512" y="10069"/>
                </a:lnTo>
                <a:cubicBezTo>
                  <a:pt x="8599" y="10283"/>
                  <a:pt x="8137" y="10662"/>
                  <a:pt x="8132" y="10669"/>
                </a:cubicBezTo>
                <a:cubicBezTo>
                  <a:pt x="8111" y="10691"/>
                  <a:pt x="8085" y="10698"/>
                  <a:pt x="8064" y="10698"/>
                </a:cubicBezTo>
                <a:cubicBezTo>
                  <a:pt x="8006" y="10705"/>
                  <a:pt x="7952" y="10669"/>
                  <a:pt x="7920" y="10598"/>
                </a:cubicBezTo>
                <a:cubicBezTo>
                  <a:pt x="7872" y="10498"/>
                  <a:pt x="7899" y="10370"/>
                  <a:pt x="7968" y="10306"/>
                </a:cubicBezTo>
                <a:cubicBezTo>
                  <a:pt x="7989" y="10291"/>
                  <a:pt x="8266" y="10062"/>
                  <a:pt x="8807" y="9848"/>
                </a:cubicBezTo>
                <a:cubicBezTo>
                  <a:pt x="8903" y="9813"/>
                  <a:pt x="8918" y="9641"/>
                  <a:pt x="8839" y="9570"/>
                </a:cubicBezTo>
                <a:cubicBezTo>
                  <a:pt x="8313" y="9098"/>
                  <a:pt x="7617" y="8270"/>
                  <a:pt x="7416" y="7071"/>
                </a:cubicBezTo>
                <a:cubicBezTo>
                  <a:pt x="7394" y="6957"/>
                  <a:pt x="7448" y="6843"/>
                  <a:pt x="7533" y="6821"/>
                </a:cubicBezTo>
                <a:cubicBezTo>
                  <a:pt x="7618" y="6793"/>
                  <a:pt x="7698" y="6865"/>
                  <a:pt x="7719" y="6987"/>
                </a:cubicBezTo>
                <a:cubicBezTo>
                  <a:pt x="7942" y="8321"/>
                  <a:pt x="8912" y="9179"/>
                  <a:pt x="9358" y="9507"/>
                </a:cubicBezTo>
                <a:cubicBezTo>
                  <a:pt x="9469" y="9586"/>
                  <a:pt x="9597" y="9620"/>
                  <a:pt x="9719" y="9592"/>
                </a:cubicBezTo>
                <a:cubicBezTo>
                  <a:pt x="10234" y="9492"/>
                  <a:pt x="11518" y="9334"/>
                  <a:pt x="12595" y="9998"/>
                </a:cubicBezTo>
                <a:cubicBezTo>
                  <a:pt x="12998" y="10240"/>
                  <a:pt x="13345" y="10521"/>
                  <a:pt x="13636" y="10828"/>
                </a:cubicBezTo>
                <a:cubicBezTo>
                  <a:pt x="13743" y="10942"/>
                  <a:pt x="13897" y="10948"/>
                  <a:pt x="14008" y="10841"/>
                </a:cubicBezTo>
                <a:cubicBezTo>
                  <a:pt x="14640" y="10241"/>
                  <a:pt x="15270" y="10013"/>
                  <a:pt x="15902" y="10156"/>
                </a:cubicBezTo>
                <a:cubicBezTo>
                  <a:pt x="16756" y="10356"/>
                  <a:pt x="17361" y="11205"/>
                  <a:pt x="17584" y="11691"/>
                </a:cubicBezTo>
                <a:cubicBezTo>
                  <a:pt x="17626" y="11784"/>
                  <a:pt x="17616" y="11912"/>
                  <a:pt x="17552" y="11983"/>
                </a:cubicBezTo>
                <a:cubicBezTo>
                  <a:pt x="17526" y="12011"/>
                  <a:pt x="17499" y="12025"/>
                  <a:pt x="17468" y="12025"/>
                </a:cubicBezTo>
                <a:cubicBezTo>
                  <a:pt x="17414" y="12032"/>
                  <a:pt x="17357" y="11996"/>
                  <a:pt x="17325" y="11925"/>
                </a:cubicBezTo>
                <a:cubicBezTo>
                  <a:pt x="17144" y="11532"/>
                  <a:pt x="16602" y="10749"/>
                  <a:pt x="15849" y="10578"/>
                </a:cubicBezTo>
                <a:cubicBezTo>
                  <a:pt x="15313" y="10456"/>
                  <a:pt x="14766" y="10648"/>
                  <a:pt x="14214" y="11169"/>
                </a:cubicBezTo>
                <a:cubicBezTo>
                  <a:pt x="14123" y="11254"/>
                  <a:pt x="14108" y="11418"/>
                  <a:pt x="14177" y="11532"/>
                </a:cubicBezTo>
                <a:cubicBezTo>
                  <a:pt x="14389" y="11875"/>
                  <a:pt x="14565" y="12262"/>
                  <a:pt x="14698" y="12683"/>
                </a:cubicBezTo>
                <a:cubicBezTo>
                  <a:pt x="14847" y="13169"/>
                  <a:pt x="14952" y="13695"/>
                  <a:pt x="15005" y="14316"/>
                </a:cubicBezTo>
                <a:cubicBezTo>
                  <a:pt x="16369" y="14966"/>
                  <a:pt x="19967" y="14602"/>
                  <a:pt x="20652" y="11448"/>
                </a:cubicBezTo>
                <a:cubicBezTo>
                  <a:pt x="21071" y="9520"/>
                  <a:pt x="20280" y="7208"/>
                  <a:pt x="19086" y="6630"/>
                </a:cubicBezTo>
                <a:cubicBezTo>
                  <a:pt x="18943" y="6558"/>
                  <a:pt x="18795" y="6680"/>
                  <a:pt x="18758" y="6879"/>
                </a:cubicBezTo>
                <a:cubicBezTo>
                  <a:pt x="18652" y="7472"/>
                  <a:pt x="18444" y="7944"/>
                  <a:pt x="18242" y="8258"/>
                </a:cubicBezTo>
                <a:cubicBezTo>
                  <a:pt x="18189" y="8336"/>
                  <a:pt x="18189" y="8458"/>
                  <a:pt x="18242" y="8543"/>
                </a:cubicBezTo>
                <a:cubicBezTo>
                  <a:pt x="18338" y="8693"/>
                  <a:pt x="18481" y="8971"/>
                  <a:pt x="18635" y="9442"/>
                </a:cubicBezTo>
                <a:cubicBezTo>
                  <a:pt x="18667" y="9542"/>
                  <a:pt x="18640" y="9678"/>
                  <a:pt x="18565" y="9728"/>
                </a:cubicBezTo>
                <a:cubicBezTo>
                  <a:pt x="18544" y="9742"/>
                  <a:pt x="18529" y="9748"/>
                  <a:pt x="18507" y="9748"/>
                </a:cubicBezTo>
                <a:cubicBezTo>
                  <a:pt x="18438" y="9755"/>
                  <a:pt x="18375" y="9700"/>
                  <a:pt x="18348" y="9614"/>
                </a:cubicBezTo>
                <a:cubicBezTo>
                  <a:pt x="18348" y="9607"/>
                  <a:pt x="18226" y="9179"/>
                  <a:pt x="17977" y="8793"/>
                </a:cubicBezTo>
                <a:cubicBezTo>
                  <a:pt x="17653" y="8301"/>
                  <a:pt x="17271" y="8108"/>
                  <a:pt x="16836" y="8222"/>
                </a:cubicBezTo>
                <a:cubicBezTo>
                  <a:pt x="16740" y="8244"/>
                  <a:pt x="16650" y="8150"/>
                  <a:pt x="16650" y="8015"/>
                </a:cubicBezTo>
                <a:cubicBezTo>
                  <a:pt x="16650" y="7908"/>
                  <a:pt x="16708" y="7822"/>
                  <a:pt x="16783" y="7807"/>
                </a:cubicBezTo>
                <a:cubicBezTo>
                  <a:pt x="17244" y="7686"/>
                  <a:pt x="17610" y="7886"/>
                  <a:pt x="17791" y="8022"/>
                </a:cubicBezTo>
                <a:cubicBezTo>
                  <a:pt x="17871" y="8079"/>
                  <a:pt x="17971" y="8057"/>
                  <a:pt x="18030" y="7957"/>
                </a:cubicBezTo>
                <a:cubicBezTo>
                  <a:pt x="18444" y="7300"/>
                  <a:pt x="18980" y="5845"/>
                  <a:pt x="18215" y="4332"/>
                </a:cubicBezTo>
                <a:cubicBezTo>
                  <a:pt x="17738" y="3390"/>
                  <a:pt x="16750" y="2824"/>
                  <a:pt x="15965" y="2789"/>
                </a:cubicBezTo>
                <a:cubicBezTo>
                  <a:pt x="15901" y="2789"/>
                  <a:pt x="15843" y="2790"/>
                  <a:pt x="15779" y="2798"/>
                </a:cubicBezTo>
                <a:cubicBezTo>
                  <a:pt x="15647" y="2812"/>
                  <a:pt x="15403" y="2824"/>
                  <a:pt x="15074" y="2931"/>
                </a:cubicBezTo>
                <a:cubicBezTo>
                  <a:pt x="14560" y="3096"/>
                  <a:pt x="14279" y="3382"/>
                  <a:pt x="14273" y="3382"/>
                </a:cubicBezTo>
                <a:cubicBezTo>
                  <a:pt x="14204" y="3453"/>
                  <a:pt x="14107" y="3433"/>
                  <a:pt x="14054" y="3333"/>
                </a:cubicBezTo>
                <a:cubicBezTo>
                  <a:pt x="14007" y="3240"/>
                  <a:pt x="14019" y="3103"/>
                  <a:pt x="14088" y="3039"/>
                </a:cubicBezTo>
                <a:cubicBezTo>
                  <a:pt x="14114" y="3010"/>
                  <a:pt x="14470" y="2669"/>
                  <a:pt x="15096" y="2483"/>
                </a:cubicBezTo>
                <a:cubicBezTo>
                  <a:pt x="15186" y="2455"/>
                  <a:pt x="15227" y="2304"/>
                  <a:pt x="15169" y="2204"/>
                </a:cubicBezTo>
                <a:cubicBezTo>
                  <a:pt x="14341" y="648"/>
                  <a:pt x="11471" y="-173"/>
                  <a:pt x="10170" y="641"/>
                </a:cubicBezTo>
                <a:cubicBezTo>
                  <a:pt x="10048" y="719"/>
                  <a:pt x="9996" y="919"/>
                  <a:pt x="10059" y="1076"/>
                </a:cubicBezTo>
                <a:cubicBezTo>
                  <a:pt x="10203" y="1461"/>
                  <a:pt x="10265" y="1904"/>
                  <a:pt x="10233" y="2325"/>
                </a:cubicBezTo>
                <a:cubicBezTo>
                  <a:pt x="10228" y="2432"/>
                  <a:pt x="10165" y="2512"/>
                  <a:pt x="10091" y="2519"/>
                </a:cubicBezTo>
                <a:cubicBezTo>
                  <a:pt x="10080" y="2519"/>
                  <a:pt x="10075" y="2519"/>
                  <a:pt x="10064" y="2519"/>
                </a:cubicBezTo>
                <a:cubicBezTo>
                  <a:pt x="9979" y="2505"/>
                  <a:pt x="9916" y="2404"/>
                  <a:pt x="9927" y="2282"/>
                </a:cubicBezTo>
                <a:cubicBezTo>
                  <a:pt x="9937" y="2140"/>
                  <a:pt x="10011" y="1106"/>
                  <a:pt x="9295" y="520"/>
                </a:cubicBezTo>
                <a:cubicBezTo>
                  <a:pt x="8854" y="161"/>
                  <a:pt x="8273" y="-8"/>
                  <a:pt x="7654" y="1"/>
                </a:cubicBezTo>
                <a:close/>
                <a:moveTo>
                  <a:pt x="6930" y="3139"/>
                </a:moveTo>
                <a:cubicBezTo>
                  <a:pt x="7435" y="3144"/>
                  <a:pt x="7913" y="3351"/>
                  <a:pt x="8361" y="3761"/>
                </a:cubicBezTo>
                <a:cubicBezTo>
                  <a:pt x="8886" y="4239"/>
                  <a:pt x="9242" y="4895"/>
                  <a:pt x="9449" y="5352"/>
                </a:cubicBezTo>
                <a:cubicBezTo>
                  <a:pt x="9491" y="5444"/>
                  <a:pt x="9582" y="5480"/>
                  <a:pt x="9656" y="5430"/>
                </a:cubicBezTo>
                <a:cubicBezTo>
                  <a:pt x="10925" y="4509"/>
                  <a:pt x="12288" y="4695"/>
                  <a:pt x="13403" y="5952"/>
                </a:cubicBezTo>
                <a:cubicBezTo>
                  <a:pt x="13456" y="6009"/>
                  <a:pt x="13535" y="6015"/>
                  <a:pt x="13593" y="5958"/>
                </a:cubicBezTo>
                <a:cubicBezTo>
                  <a:pt x="13795" y="5758"/>
                  <a:pt x="14331" y="5353"/>
                  <a:pt x="15154" y="5617"/>
                </a:cubicBezTo>
                <a:cubicBezTo>
                  <a:pt x="15239" y="5631"/>
                  <a:pt x="15291" y="5745"/>
                  <a:pt x="15270" y="5867"/>
                </a:cubicBezTo>
                <a:cubicBezTo>
                  <a:pt x="15249" y="5981"/>
                  <a:pt x="15164" y="6045"/>
                  <a:pt x="15079" y="6016"/>
                </a:cubicBezTo>
                <a:cubicBezTo>
                  <a:pt x="14527" y="5866"/>
                  <a:pt x="14076" y="5967"/>
                  <a:pt x="13736" y="6331"/>
                </a:cubicBezTo>
                <a:cubicBezTo>
                  <a:pt x="13418" y="6673"/>
                  <a:pt x="13217" y="7243"/>
                  <a:pt x="13195" y="7856"/>
                </a:cubicBezTo>
                <a:cubicBezTo>
                  <a:pt x="13190" y="7964"/>
                  <a:pt x="13132" y="8050"/>
                  <a:pt x="13053" y="8057"/>
                </a:cubicBezTo>
                <a:cubicBezTo>
                  <a:pt x="13026" y="8057"/>
                  <a:pt x="13000" y="8057"/>
                  <a:pt x="12973" y="8028"/>
                </a:cubicBezTo>
                <a:cubicBezTo>
                  <a:pt x="12915" y="7985"/>
                  <a:pt x="12882" y="7900"/>
                  <a:pt x="12887" y="7814"/>
                </a:cubicBezTo>
                <a:cubicBezTo>
                  <a:pt x="12903" y="7336"/>
                  <a:pt x="13015" y="6880"/>
                  <a:pt x="13195" y="6509"/>
                </a:cubicBezTo>
                <a:cubicBezTo>
                  <a:pt x="13243" y="6416"/>
                  <a:pt x="13228" y="6295"/>
                  <a:pt x="13164" y="6224"/>
                </a:cubicBezTo>
                <a:cubicBezTo>
                  <a:pt x="11630" y="4532"/>
                  <a:pt x="10133" y="5487"/>
                  <a:pt x="9543" y="5994"/>
                </a:cubicBezTo>
                <a:cubicBezTo>
                  <a:pt x="9464" y="6058"/>
                  <a:pt x="9364" y="6023"/>
                  <a:pt x="9321" y="5909"/>
                </a:cubicBezTo>
                <a:cubicBezTo>
                  <a:pt x="9194" y="5559"/>
                  <a:pt x="8827" y="4688"/>
                  <a:pt x="8185" y="4102"/>
                </a:cubicBezTo>
                <a:cubicBezTo>
                  <a:pt x="7548" y="3524"/>
                  <a:pt x="6843" y="3403"/>
                  <a:pt x="6084" y="3746"/>
                </a:cubicBezTo>
                <a:cubicBezTo>
                  <a:pt x="5999" y="3781"/>
                  <a:pt x="5909" y="3717"/>
                  <a:pt x="5888" y="3603"/>
                </a:cubicBezTo>
                <a:cubicBezTo>
                  <a:pt x="5867" y="3496"/>
                  <a:pt x="5915" y="3375"/>
                  <a:pt x="5994" y="3346"/>
                </a:cubicBezTo>
                <a:cubicBezTo>
                  <a:pt x="6315" y="3204"/>
                  <a:pt x="6627" y="3136"/>
                  <a:pt x="6930" y="3139"/>
                </a:cubicBezTo>
                <a:close/>
                <a:moveTo>
                  <a:pt x="4412" y="7120"/>
                </a:moveTo>
                <a:cubicBezTo>
                  <a:pt x="4454" y="7118"/>
                  <a:pt x="4496" y="7136"/>
                  <a:pt x="4528" y="7178"/>
                </a:cubicBezTo>
                <a:cubicBezTo>
                  <a:pt x="5112" y="7964"/>
                  <a:pt x="5357" y="9491"/>
                  <a:pt x="4678" y="11169"/>
                </a:cubicBezTo>
                <a:cubicBezTo>
                  <a:pt x="4630" y="11290"/>
                  <a:pt x="4688" y="11440"/>
                  <a:pt x="4789" y="11448"/>
                </a:cubicBezTo>
                <a:cubicBezTo>
                  <a:pt x="5622" y="11512"/>
                  <a:pt x="7236" y="11876"/>
                  <a:pt x="8250" y="13725"/>
                </a:cubicBezTo>
                <a:cubicBezTo>
                  <a:pt x="8287" y="13789"/>
                  <a:pt x="8351" y="13816"/>
                  <a:pt x="8409" y="13781"/>
                </a:cubicBezTo>
                <a:cubicBezTo>
                  <a:pt x="9009" y="13474"/>
                  <a:pt x="9645" y="13354"/>
                  <a:pt x="10245" y="13439"/>
                </a:cubicBezTo>
                <a:cubicBezTo>
                  <a:pt x="10314" y="13447"/>
                  <a:pt x="10373" y="13374"/>
                  <a:pt x="10373" y="13281"/>
                </a:cubicBezTo>
                <a:cubicBezTo>
                  <a:pt x="10373" y="12831"/>
                  <a:pt x="10547" y="12183"/>
                  <a:pt x="11237" y="11833"/>
                </a:cubicBezTo>
                <a:cubicBezTo>
                  <a:pt x="11322" y="11791"/>
                  <a:pt x="11413" y="11855"/>
                  <a:pt x="11439" y="11970"/>
                </a:cubicBezTo>
                <a:cubicBezTo>
                  <a:pt x="11466" y="12077"/>
                  <a:pt x="11417" y="12190"/>
                  <a:pt x="11338" y="12233"/>
                </a:cubicBezTo>
                <a:cubicBezTo>
                  <a:pt x="10547" y="12640"/>
                  <a:pt x="10691" y="13418"/>
                  <a:pt x="10696" y="13446"/>
                </a:cubicBezTo>
                <a:cubicBezTo>
                  <a:pt x="10707" y="13510"/>
                  <a:pt x="10743" y="13552"/>
                  <a:pt x="10786" y="13567"/>
                </a:cubicBezTo>
                <a:cubicBezTo>
                  <a:pt x="11391" y="13788"/>
                  <a:pt x="11889" y="14216"/>
                  <a:pt x="12170" y="14780"/>
                </a:cubicBezTo>
                <a:cubicBezTo>
                  <a:pt x="12218" y="14873"/>
                  <a:pt x="12208" y="15010"/>
                  <a:pt x="12144" y="15074"/>
                </a:cubicBezTo>
                <a:cubicBezTo>
                  <a:pt x="12117" y="15103"/>
                  <a:pt x="12091" y="15117"/>
                  <a:pt x="12059" y="15117"/>
                </a:cubicBezTo>
                <a:cubicBezTo>
                  <a:pt x="12006" y="15124"/>
                  <a:pt x="11954" y="15087"/>
                  <a:pt x="11917" y="15023"/>
                </a:cubicBezTo>
                <a:cubicBezTo>
                  <a:pt x="11386" y="13945"/>
                  <a:pt x="9852" y="13361"/>
                  <a:pt x="8308" y="14289"/>
                </a:cubicBezTo>
                <a:cubicBezTo>
                  <a:pt x="8239" y="14332"/>
                  <a:pt x="8160" y="14295"/>
                  <a:pt x="8117" y="14209"/>
                </a:cubicBezTo>
                <a:cubicBezTo>
                  <a:pt x="6870" y="11625"/>
                  <a:pt x="4296" y="11862"/>
                  <a:pt x="4270" y="11862"/>
                </a:cubicBezTo>
                <a:lnTo>
                  <a:pt x="3961" y="11847"/>
                </a:lnTo>
                <a:cubicBezTo>
                  <a:pt x="3924" y="11818"/>
                  <a:pt x="3892" y="11768"/>
                  <a:pt x="3881" y="11711"/>
                </a:cubicBezTo>
                <a:cubicBezTo>
                  <a:pt x="3759" y="11011"/>
                  <a:pt x="3176" y="10055"/>
                  <a:pt x="2332" y="9641"/>
                </a:cubicBezTo>
                <a:cubicBezTo>
                  <a:pt x="2264" y="9605"/>
                  <a:pt x="2209" y="9514"/>
                  <a:pt x="2220" y="9407"/>
                </a:cubicBezTo>
                <a:cubicBezTo>
                  <a:pt x="2236" y="9271"/>
                  <a:pt x="2337" y="9192"/>
                  <a:pt x="2427" y="9235"/>
                </a:cubicBezTo>
                <a:cubicBezTo>
                  <a:pt x="2788" y="9406"/>
                  <a:pt x="3170" y="9735"/>
                  <a:pt x="3483" y="10120"/>
                </a:cubicBezTo>
                <a:cubicBezTo>
                  <a:pt x="3680" y="10363"/>
                  <a:pt x="3913" y="10720"/>
                  <a:pt x="4067" y="11162"/>
                </a:cubicBezTo>
                <a:cubicBezTo>
                  <a:pt x="4115" y="11291"/>
                  <a:pt x="4248" y="11306"/>
                  <a:pt x="4306" y="11184"/>
                </a:cubicBezTo>
                <a:cubicBezTo>
                  <a:pt x="5022" y="9614"/>
                  <a:pt x="4831" y="8186"/>
                  <a:pt x="4311" y="7486"/>
                </a:cubicBezTo>
                <a:cubicBezTo>
                  <a:pt x="4253" y="7408"/>
                  <a:pt x="4243" y="7273"/>
                  <a:pt x="4301" y="7194"/>
                </a:cubicBezTo>
                <a:cubicBezTo>
                  <a:pt x="4330" y="7148"/>
                  <a:pt x="4370" y="7123"/>
                  <a:pt x="4412" y="7120"/>
                </a:cubicBezTo>
                <a:close/>
                <a:moveTo>
                  <a:pt x="2258" y="15717"/>
                </a:moveTo>
                <a:cubicBezTo>
                  <a:pt x="1971" y="17680"/>
                  <a:pt x="4031" y="19435"/>
                  <a:pt x="5702" y="18764"/>
                </a:cubicBezTo>
                <a:cubicBezTo>
                  <a:pt x="5612" y="19699"/>
                  <a:pt x="5001" y="21083"/>
                  <a:pt x="5001" y="21083"/>
                </a:cubicBezTo>
                <a:lnTo>
                  <a:pt x="6238" y="21427"/>
                </a:lnTo>
                <a:lnTo>
                  <a:pt x="8727" y="18063"/>
                </a:lnTo>
                <a:cubicBezTo>
                  <a:pt x="7390" y="17742"/>
                  <a:pt x="6699" y="17172"/>
                  <a:pt x="6333" y="16843"/>
                </a:cubicBezTo>
                <a:cubicBezTo>
                  <a:pt x="6163" y="16686"/>
                  <a:pt x="5962" y="16614"/>
                  <a:pt x="5761" y="16636"/>
                </a:cubicBezTo>
                <a:cubicBezTo>
                  <a:pt x="5442" y="16672"/>
                  <a:pt x="4954" y="16693"/>
                  <a:pt x="4381" y="16593"/>
                </a:cubicBezTo>
                <a:cubicBezTo>
                  <a:pt x="3786" y="16494"/>
                  <a:pt x="3027" y="16259"/>
                  <a:pt x="2258" y="15717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86" name="선"/>
          <p:cNvSpPr/>
          <p:nvPr/>
        </p:nvSpPr>
        <p:spPr>
          <a:xfrm flipV="1">
            <a:off x="9324379" y="7179733"/>
            <a:ext cx="1593191" cy="1"/>
          </a:xfrm>
          <a:prstGeom prst="line">
            <a:avLst/>
          </a:prstGeom>
          <a:ln w="25400">
            <a:solidFill>
              <a:srgbClr val="FFFFFF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87" name="+"/>
          <p:cNvSpPr txBox="1"/>
          <p:nvPr/>
        </p:nvSpPr>
        <p:spPr>
          <a:xfrm>
            <a:off x="12707319" y="6775517"/>
            <a:ext cx="48006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+</a:t>
            </a:r>
          </a:p>
        </p:txBody>
      </p:sp>
      <p:sp>
        <p:nvSpPr>
          <p:cNvPr id="288" name="="/>
          <p:cNvSpPr txBox="1"/>
          <p:nvPr/>
        </p:nvSpPr>
        <p:spPr>
          <a:xfrm>
            <a:off x="15644030" y="6775517"/>
            <a:ext cx="48006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=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click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138280 0.000000" origin="layout" pathEditMode="relative">
                                      <p:cBhvr>
                                        <p:cTn id="6" dur="10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Class="entr" nodeType="afterEffect" presetSubtype="32" presetID="23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32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Class="entr" nodeType="afterEffect" presetSubtype="32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Class="entr" nodeType="afterEffect" presetSubtype="32" presetID="23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85" grpId="3"/>
      <p:bldP build="whole" bldLvl="1" animBg="1" rev="0" advAuto="0" spid="280" grpId="5"/>
      <p:bldP build="whole" bldLvl="1" animBg="1" rev="0" advAuto="0" spid="286" grpId="2"/>
      <p:bldP build="whole" bldLvl="1" animBg="1" rev="0" advAuto="0" spid="288" grpId="6"/>
      <p:bldP build="whole" bldLvl="1" animBg="1" rev="0" advAuto="0" spid="284" grpId="7"/>
      <p:bldP build="whole" bldLvl="1" animBg="1" rev="0" advAuto="0" spid="287" grpId="4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무형(無形)의 재산, 코드.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무형(無形)의 재산, 코드. </a:t>
            </a:r>
          </a:p>
          <a:p>
            <a:pPr lvl="2"/>
            <a:r>
              <a:t>보존하기 위해서 해야할 것은, “          ”.</a:t>
            </a:r>
          </a:p>
        </p:txBody>
      </p:sp>
      <p:sp>
        <p:nvSpPr>
          <p:cNvPr id="291" name="Save"/>
          <p:cNvSpPr txBox="1"/>
          <p:nvPr/>
        </p:nvSpPr>
        <p:spPr>
          <a:xfrm>
            <a:off x="14856411" y="6723042"/>
            <a:ext cx="2512950" cy="1354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8500"/>
            </a:lvl1pPr>
          </a:lstStyle>
          <a:p>
            <a:pPr/>
            <a:r>
              <a:t>Save</a:t>
            </a:r>
          </a:p>
        </p:txBody>
      </p:sp>
      <p:sp>
        <p:nvSpPr>
          <p:cNvPr id="292" name="선"/>
          <p:cNvSpPr/>
          <p:nvPr/>
        </p:nvSpPr>
        <p:spPr>
          <a:xfrm>
            <a:off x="14250312" y="8165419"/>
            <a:ext cx="4114587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fast" advClick="1" p14:dur="750">
        <p:push dir="l"/>
      </p:transition>
    </mc:Choice>
    <mc:Fallback>
      <p:transition spd="fast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91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Save"/>
          <p:cNvSpPr txBox="1"/>
          <p:nvPr>
            <p:ph type="body" idx="1"/>
          </p:nvPr>
        </p:nvSpPr>
        <p:spPr>
          <a:xfrm>
            <a:off x="1206500" y="933820"/>
            <a:ext cx="21971001" cy="7359064"/>
          </a:xfrm>
          <a:prstGeom prst="rect">
            <a:avLst/>
          </a:prstGeom>
        </p:spPr>
        <p:txBody>
          <a:bodyPr/>
          <a:lstStyle/>
          <a:p>
            <a:pPr/>
            <a:r>
              <a:t>Save</a:t>
            </a:r>
          </a:p>
        </p:txBody>
      </p:sp>
      <p:sp>
        <p:nvSpPr>
          <p:cNvPr id="295" name="Sharing"/>
          <p:cNvSpPr txBox="1"/>
          <p:nvPr/>
        </p:nvSpPr>
        <p:spPr>
          <a:xfrm>
            <a:off x="11090605" y="8323198"/>
            <a:ext cx="220279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2"/>
            <a:r>
              <a:t>Sharing</a:t>
            </a:r>
          </a:p>
        </p:txBody>
      </p:sp>
      <p:sp>
        <p:nvSpPr>
          <p:cNvPr id="296" name="Public | Private"/>
          <p:cNvSpPr txBox="1"/>
          <p:nvPr/>
        </p:nvSpPr>
        <p:spPr>
          <a:xfrm>
            <a:off x="15033228" y="8323198"/>
            <a:ext cx="416692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2"/>
            <a:r>
              <a:t>Public | Private</a:t>
            </a:r>
          </a:p>
        </p:txBody>
      </p:sp>
      <p:sp>
        <p:nvSpPr>
          <p:cNvPr id="297" name="Multi-Task"/>
          <p:cNvSpPr txBox="1"/>
          <p:nvPr/>
        </p:nvSpPr>
        <p:spPr>
          <a:xfrm>
            <a:off x="5181041" y="8323198"/>
            <a:ext cx="291480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2"/>
            <a:r>
              <a:t>Multi-Task</a:t>
            </a:r>
          </a:p>
        </p:txBody>
      </p:sp>
      <p:sp>
        <p:nvSpPr>
          <p:cNvPr id="298" name="File"/>
          <p:cNvSpPr txBox="1"/>
          <p:nvPr/>
        </p:nvSpPr>
        <p:spPr>
          <a:xfrm>
            <a:off x="1206500" y="933820"/>
            <a:ext cx="21971001" cy="73590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b="1" spc="-250" sz="25000"/>
            </a:lvl1pPr>
          </a:lstStyle>
          <a:p>
            <a:pPr/>
            <a:r>
              <a:t>File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97" grpId="4"/>
      <p:bldP build="whole" bldLvl="1" animBg="1" rev="0" advAuto="0" spid="295" grpId="5"/>
      <p:bldP build="whole" bldLvl="1" animBg="1" rev="0" advAuto="0" spid="296" grpId="6"/>
      <p:bldP build="whole" bldLvl="1" animBg="1" rev="0" advAuto="0" spid="298" grpId="3"/>
      <p:bldP build="whole" bldLvl="1" animBg="1" rev="0" advAuto="0" spid="294" grpId="1"/>
      <p:bldP build="whole" bldLvl="1" animBg="1" rev="0" advAuto="0" spid="294" grpId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Version"/>
          <p:cNvSpPr txBox="1"/>
          <p:nvPr/>
        </p:nvSpPr>
        <p:spPr>
          <a:xfrm>
            <a:off x="7806550" y="5820302"/>
            <a:ext cx="21125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Version</a:t>
            </a:r>
          </a:p>
        </p:txBody>
      </p:sp>
      <p:grpSp>
        <p:nvGrpSpPr>
          <p:cNvPr id="303" name="그룹"/>
          <p:cNvGrpSpPr/>
          <p:nvPr/>
        </p:nvGrpSpPr>
        <p:grpSpPr>
          <a:xfrm>
            <a:off x="7478907" y="5286232"/>
            <a:ext cx="2767857" cy="4214159"/>
            <a:chOff x="0" y="0"/>
            <a:chExt cx="2767855" cy="4214158"/>
          </a:xfrm>
        </p:grpSpPr>
        <p:sp>
          <p:nvSpPr>
            <p:cNvPr id="301" name="컴퓨터"/>
            <p:cNvSpPr/>
            <p:nvPr/>
          </p:nvSpPr>
          <p:spPr>
            <a:xfrm>
              <a:off x="0" y="0"/>
              <a:ext cx="2767856" cy="22336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600" fill="norm" stroke="1" extrusionOk="0">
                  <a:moveTo>
                    <a:pt x="464" y="0"/>
                  </a:moveTo>
                  <a:cubicBezTo>
                    <a:pt x="210" y="0"/>
                    <a:pt x="0" y="261"/>
                    <a:pt x="0" y="575"/>
                  </a:cubicBezTo>
                  <a:lnTo>
                    <a:pt x="0" y="17777"/>
                  </a:lnTo>
                  <a:cubicBezTo>
                    <a:pt x="0" y="18091"/>
                    <a:pt x="210" y="18354"/>
                    <a:pt x="464" y="18354"/>
                  </a:cubicBezTo>
                  <a:lnTo>
                    <a:pt x="9148" y="18354"/>
                  </a:lnTo>
                  <a:lnTo>
                    <a:pt x="9116" y="18513"/>
                  </a:lnTo>
                  <a:lnTo>
                    <a:pt x="8753" y="20763"/>
                  </a:lnTo>
                  <a:lnTo>
                    <a:pt x="7690" y="20763"/>
                  </a:lnTo>
                  <a:lnTo>
                    <a:pt x="7690" y="21600"/>
                  </a:lnTo>
                  <a:lnTo>
                    <a:pt x="10486" y="21600"/>
                  </a:lnTo>
                  <a:lnTo>
                    <a:pt x="11107" y="21600"/>
                  </a:lnTo>
                  <a:lnTo>
                    <a:pt x="13905" y="21600"/>
                  </a:lnTo>
                  <a:lnTo>
                    <a:pt x="13905" y="20763"/>
                  </a:lnTo>
                  <a:lnTo>
                    <a:pt x="12842" y="20763"/>
                  </a:lnTo>
                  <a:lnTo>
                    <a:pt x="12479" y="18513"/>
                  </a:lnTo>
                  <a:lnTo>
                    <a:pt x="12452" y="18354"/>
                  </a:lnTo>
                  <a:lnTo>
                    <a:pt x="21131" y="18354"/>
                  </a:lnTo>
                  <a:cubicBezTo>
                    <a:pt x="21384" y="18354"/>
                    <a:pt x="21595" y="18091"/>
                    <a:pt x="21595" y="17777"/>
                  </a:cubicBezTo>
                  <a:lnTo>
                    <a:pt x="21595" y="575"/>
                  </a:lnTo>
                  <a:cubicBezTo>
                    <a:pt x="21600" y="261"/>
                    <a:pt x="21389" y="0"/>
                    <a:pt x="21136" y="0"/>
                  </a:cubicBezTo>
                  <a:lnTo>
                    <a:pt x="464" y="0"/>
                  </a:lnTo>
                  <a:close/>
                  <a:moveTo>
                    <a:pt x="10800" y="542"/>
                  </a:moveTo>
                  <a:cubicBezTo>
                    <a:pt x="10913" y="542"/>
                    <a:pt x="11006" y="650"/>
                    <a:pt x="11006" y="797"/>
                  </a:cubicBezTo>
                  <a:cubicBezTo>
                    <a:pt x="11006" y="937"/>
                    <a:pt x="10913" y="1052"/>
                    <a:pt x="10800" y="1052"/>
                  </a:cubicBezTo>
                  <a:cubicBezTo>
                    <a:pt x="10686" y="1052"/>
                    <a:pt x="10594" y="937"/>
                    <a:pt x="10594" y="797"/>
                  </a:cubicBezTo>
                  <a:cubicBezTo>
                    <a:pt x="10594" y="656"/>
                    <a:pt x="10686" y="542"/>
                    <a:pt x="10800" y="542"/>
                  </a:cubicBezTo>
                  <a:close/>
                  <a:moveTo>
                    <a:pt x="1242" y="1734"/>
                  </a:moveTo>
                  <a:lnTo>
                    <a:pt x="20358" y="1734"/>
                  </a:lnTo>
                  <a:lnTo>
                    <a:pt x="20358" y="15233"/>
                  </a:lnTo>
                  <a:lnTo>
                    <a:pt x="1242" y="15233"/>
                  </a:lnTo>
                  <a:lnTo>
                    <a:pt x="1242" y="1734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02" name="Local_1"/>
            <p:cNvSpPr/>
            <p:nvPr/>
          </p:nvSpPr>
          <p:spPr>
            <a:xfrm>
              <a:off x="265464" y="29441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Local_1</a:t>
              </a:r>
            </a:p>
          </p:txBody>
        </p:sp>
      </p:grpSp>
      <p:sp>
        <p:nvSpPr>
          <p:cNvPr id="304" name="Version"/>
          <p:cNvSpPr txBox="1"/>
          <p:nvPr/>
        </p:nvSpPr>
        <p:spPr>
          <a:xfrm>
            <a:off x="7806550" y="5820302"/>
            <a:ext cx="21125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Version</a:t>
            </a:r>
          </a:p>
        </p:txBody>
      </p:sp>
      <p:sp>
        <p:nvSpPr>
          <p:cNvPr id="305" name="Version"/>
          <p:cNvSpPr txBox="1"/>
          <p:nvPr/>
        </p:nvSpPr>
        <p:spPr>
          <a:xfrm>
            <a:off x="7806550" y="5820302"/>
            <a:ext cx="21125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Version</a:t>
            </a:r>
          </a:p>
        </p:txBody>
      </p:sp>
      <p:sp>
        <p:nvSpPr>
          <p:cNvPr id="306" name="Version"/>
          <p:cNvSpPr txBox="1"/>
          <p:nvPr/>
        </p:nvSpPr>
        <p:spPr>
          <a:xfrm>
            <a:off x="7806550" y="5820302"/>
            <a:ext cx="211257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Version</a:t>
            </a:r>
          </a:p>
        </p:txBody>
      </p:sp>
      <p:grpSp>
        <p:nvGrpSpPr>
          <p:cNvPr id="309" name="그룹"/>
          <p:cNvGrpSpPr/>
          <p:nvPr/>
        </p:nvGrpSpPr>
        <p:grpSpPr>
          <a:xfrm>
            <a:off x="13124393" y="5017466"/>
            <a:ext cx="3829957" cy="3276852"/>
            <a:chOff x="0" y="0"/>
            <a:chExt cx="3829956" cy="3276851"/>
          </a:xfrm>
        </p:grpSpPr>
        <p:sp>
          <p:nvSpPr>
            <p:cNvPr id="307" name="동전"/>
            <p:cNvSpPr/>
            <p:nvPr/>
          </p:nvSpPr>
          <p:spPr>
            <a:xfrm>
              <a:off x="682460" y="0"/>
              <a:ext cx="2465036" cy="247243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1" y="0"/>
                  </a:moveTo>
                  <a:cubicBezTo>
                    <a:pt x="7949" y="0"/>
                    <a:pt x="5266" y="392"/>
                    <a:pt x="3255" y="1111"/>
                  </a:cubicBezTo>
                  <a:cubicBezTo>
                    <a:pt x="1360" y="1787"/>
                    <a:pt x="273" y="2685"/>
                    <a:pt x="273" y="3572"/>
                  </a:cubicBezTo>
                  <a:cubicBezTo>
                    <a:pt x="273" y="4460"/>
                    <a:pt x="1360" y="5360"/>
                    <a:pt x="3255" y="6035"/>
                  </a:cubicBezTo>
                  <a:cubicBezTo>
                    <a:pt x="5266" y="6749"/>
                    <a:pt x="7949" y="7147"/>
                    <a:pt x="10801" y="7147"/>
                  </a:cubicBezTo>
                  <a:cubicBezTo>
                    <a:pt x="13652" y="7147"/>
                    <a:pt x="16334" y="6754"/>
                    <a:pt x="18345" y="6035"/>
                  </a:cubicBezTo>
                  <a:cubicBezTo>
                    <a:pt x="20240" y="5360"/>
                    <a:pt x="21327" y="4460"/>
                    <a:pt x="21327" y="3572"/>
                  </a:cubicBezTo>
                  <a:cubicBezTo>
                    <a:pt x="21327" y="2685"/>
                    <a:pt x="20240" y="1787"/>
                    <a:pt x="18345" y="1111"/>
                  </a:cubicBezTo>
                  <a:cubicBezTo>
                    <a:pt x="16334" y="398"/>
                    <a:pt x="13652" y="0"/>
                    <a:pt x="10801" y="0"/>
                  </a:cubicBezTo>
                  <a:close/>
                  <a:moveTo>
                    <a:pt x="12" y="4505"/>
                  </a:moveTo>
                  <a:lnTo>
                    <a:pt x="12" y="5914"/>
                  </a:lnTo>
                  <a:cubicBezTo>
                    <a:pt x="12" y="8033"/>
                    <a:pt x="4846" y="9754"/>
                    <a:pt x="10811" y="9754"/>
                  </a:cubicBezTo>
                  <a:cubicBezTo>
                    <a:pt x="16776" y="9754"/>
                    <a:pt x="21600" y="8039"/>
                    <a:pt x="21600" y="5914"/>
                  </a:cubicBezTo>
                  <a:lnTo>
                    <a:pt x="21600" y="4505"/>
                  </a:lnTo>
                  <a:cubicBezTo>
                    <a:pt x="21136" y="5284"/>
                    <a:pt x="20088" y="5991"/>
                    <a:pt x="18531" y="6541"/>
                  </a:cubicBezTo>
                  <a:cubicBezTo>
                    <a:pt x="16460" y="7276"/>
                    <a:pt x="13718" y="7679"/>
                    <a:pt x="10806" y="7679"/>
                  </a:cubicBezTo>
                  <a:cubicBezTo>
                    <a:pt x="7894" y="7679"/>
                    <a:pt x="5146" y="7276"/>
                    <a:pt x="3081" y="6541"/>
                  </a:cubicBezTo>
                  <a:cubicBezTo>
                    <a:pt x="1524" y="5985"/>
                    <a:pt x="476" y="5284"/>
                    <a:pt x="12" y="4505"/>
                  </a:cubicBezTo>
                  <a:close/>
                  <a:moveTo>
                    <a:pt x="0" y="7320"/>
                  </a:moveTo>
                  <a:lnTo>
                    <a:pt x="0" y="8284"/>
                  </a:lnTo>
                  <a:cubicBezTo>
                    <a:pt x="0" y="10402"/>
                    <a:pt x="4836" y="12123"/>
                    <a:pt x="10801" y="12123"/>
                  </a:cubicBezTo>
                  <a:cubicBezTo>
                    <a:pt x="16766" y="12123"/>
                    <a:pt x="21600" y="10408"/>
                    <a:pt x="21600" y="8284"/>
                  </a:cubicBezTo>
                  <a:lnTo>
                    <a:pt x="21600" y="7320"/>
                  </a:lnTo>
                  <a:cubicBezTo>
                    <a:pt x="21458" y="7495"/>
                    <a:pt x="21295" y="7664"/>
                    <a:pt x="21098" y="7827"/>
                  </a:cubicBezTo>
                  <a:cubicBezTo>
                    <a:pt x="20508" y="8329"/>
                    <a:pt x="19672" y="8769"/>
                    <a:pt x="18618" y="9145"/>
                  </a:cubicBezTo>
                  <a:cubicBezTo>
                    <a:pt x="16520" y="9891"/>
                    <a:pt x="13745" y="10299"/>
                    <a:pt x="10801" y="10299"/>
                  </a:cubicBezTo>
                  <a:cubicBezTo>
                    <a:pt x="7856" y="10299"/>
                    <a:pt x="5080" y="9891"/>
                    <a:pt x="2982" y="9145"/>
                  </a:cubicBezTo>
                  <a:cubicBezTo>
                    <a:pt x="1928" y="8769"/>
                    <a:pt x="1099" y="8329"/>
                    <a:pt x="504" y="7827"/>
                  </a:cubicBezTo>
                  <a:cubicBezTo>
                    <a:pt x="307" y="7664"/>
                    <a:pt x="142" y="7495"/>
                    <a:pt x="0" y="7320"/>
                  </a:cubicBezTo>
                  <a:close/>
                  <a:moveTo>
                    <a:pt x="0" y="9689"/>
                  </a:moveTo>
                  <a:lnTo>
                    <a:pt x="0" y="10653"/>
                  </a:lnTo>
                  <a:cubicBezTo>
                    <a:pt x="0" y="12771"/>
                    <a:pt x="4836" y="14492"/>
                    <a:pt x="10801" y="14492"/>
                  </a:cubicBezTo>
                  <a:cubicBezTo>
                    <a:pt x="16766" y="14492"/>
                    <a:pt x="21600" y="12777"/>
                    <a:pt x="21600" y="10653"/>
                  </a:cubicBezTo>
                  <a:lnTo>
                    <a:pt x="21600" y="9689"/>
                  </a:lnTo>
                  <a:cubicBezTo>
                    <a:pt x="21458" y="9864"/>
                    <a:pt x="21295" y="10033"/>
                    <a:pt x="21098" y="10197"/>
                  </a:cubicBezTo>
                  <a:cubicBezTo>
                    <a:pt x="20508" y="10698"/>
                    <a:pt x="19672" y="11138"/>
                    <a:pt x="18618" y="11514"/>
                  </a:cubicBezTo>
                  <a:cubicBezTo>
                    <a:pt x="16520" y="12260"/>
                    <a:pt x="13745" y="12668"/>
                    <a:pt x="10801" y="12668"/>
                  </a:cubicBezTo>
                  <a:cubicBezTo>
                    <a:pt x="7856" y="12668"/>
                    <a:pt x="5080" y="12260"/>
                    <a:pt x="2982" y="11514"/>
                  </a:cubicBezTo>
                  <a:cubicBezTo>
                    <a:pt x="1928" y="11138"/>
                    <a:pt x="1099" y="10698"/>
                    <a:pt x="504" y="10197"/>
                  </a:cubicBezTo>
                  <a:cubicBezTo>
                    <a:pt x="307" y="10033"/>
                    <a:pt x="142" y="9864"/>
                    <a:pt x="0" y="9689"/>
                  </a:cubicBezTo>
                  <a:close/>
                  <a:moveTo>
                    <a:pt x="0" y="12059"/>
                  </a:moveTo>
                  <a:lnTo>
                    <a:pt x="0" y="13022"/>
                  </a:lnTo>
                  <a:cubicBezTo>
                    <a:pt x="0" y="15141"/>
                    <a:pt x="4836" y="16862"/>
                    <a:pt x="10801" y="16862"/>
                  </a:cubicBezTo>
                  <a:cubicBezTo>
                    <a:pt x="16766" y="16862"/>
                    <a:pt x="21600" y="15146"/>
                    <a:pt x="21600" y="13022"/>
                  </a:cubicBezTo>
                  <a:lnTo>
                    <a:pt x="21600" y="12059"/>
                  </a:lnTo>
                  <a:cubicBezTo>
                    <a:pt x="21458" y="12233"/>
                    <a:pt x="21295" y="12402"/>
                    <a:pt x="21098" y="12566"/>
                  </a:cubicBezTo>
                  <a:cubicBezTo>
                    <a:pt x="20508" y="13067"/>
                    <a:pt x="19672" y="13507"/>
                    <a:pt x="18618" y="13883"/>
                  </a:cubicBezTo>
                  <a:cubicBezTo>
                    <a:pt x="16520" y="14629"/>
                    <a:pt x="13745" y="15037"/>
                    <a:pt x="10801" y="15037"/>
                  </a:cubicBezTo>
                  <a:cubicBezTo>
                    <a:pt x="7856" y="15037"/>
                    <a:pt x="5080" y="14629"/>
                    <a:pt x="2982" y="13883"/>
                  </a:cubicBezTo>
                  <a:cubicBezTo>
                    <a:pt x="1928" y="13507"/>
                    <a:pt x="1099" y="13067"/>
                    <a:pt x="504" y="12566"/>
                  </a:cubicBezTo>
                  <a:cubicBezTo>
                    <a:pt x="307" y="12402"/>
                    <a:pt x="142" y="12233"/>
                    <a:pt x="0" y="12059"/>
                  </a:cubicBezTo>
                  <a:close/>
                  <a:moveTo>
                    <a:pt x="0" y="14428"/>
                  </a:moveTo>
                  <a:lnTo>
                    <a:pt x="0" y="15391"/>
                  </a:lnTo>
                  <a:cubicBezTo>
                    <a:pt x="0" y="17510"/>
                    <a:pt x="4836" y="19231"/>
                    <a:pt x="10801" y="19231"/>
                  </a:cubicBezTo>
                  <a:cubicBezTo>
                    <a:pt x="16766" y="19231"/>
                    <a:pt x="21600" y="17515"/>
                    <a:pt x="21600" y="15391"/>
                  </a:cubicBezTo>
                  <a:lnTo>
                    <a:pt x="21600" y="14428"/>
                  </a:lnTo>
                  <a:cubicBezTo>
                    <a:pt x="21458" y="14602"/>
                    <a:pt x="21295" y="14772"/>
                    <a:pt x="21098" y="14935"/>
                  </a:cubicBezTo>
                  <a:cubicBezTo>
                    <a:pt x="20508" y="15436"/>
                    <a:pt x="19672" y="15877"/>
                    <a:pt x="18618" y="16252"/>
                  </a:cubicBezTo>
                  <a:cubicBezTo>
                    <a:pt x="16520" y="16998"/>
                    <a:pt x="13745" y="17406"/>
                    <a:pt x="10801" y="17406"/>
                  </a:cubicBezTo>
                  <a:cubicBezTo>
                    <a:pt x="7856" y="17406"/>
                    <a:pt x="5080" y="16998"/>
                    <a:pt x="2982" y="16252"/>
                  </a:cubicBezTo>
                  <a:cubicBezTo>
                    <a:pt x="1928" y="15877"/>
                    <a:pt x="1099" y="15436"/>
                    <a:pt x="504" y="14935"/>
                  </a:cubicBezTo>
                  <a:cubicBezTo>
                    <a:pt x="307" y="14772"/>
                    <a:pt x="142" y="14602"/>
                    <a:pt x="0" y="14428"/>
                  </a:cubicBezTo>
                  <a:close/>
                  <a:moveTo>
                    <a:pt x="0" y="16797"/>
                  </a:moveTo>
                  <a:lnTo>
                    <a:pt x="0" y="17760"/>
                  </a:lnTo>
                  <a:cubicBezTo>
                    <a:pt x="0" y="19879"/>
                    <a:pt x="4836" y="21600"/>
                    <a:pt x="10801" y="21600"/>
                  </a:cubicBezTo>
                  <a:cubicBezTo>
                    <a:pt x="16766" y="21600"/>
                    <a:pt x="21600" y="19879"/>
                    <a:pt x="21600" y="17760"/>
                  </a:cubicBezTo>
                  <a:lnTo>
                    <a:pt x="21600" y="16797"/>
                  </a:lnTo>
                  <a:cubicBezTo>
                    <a:pt x="21458" y="16971"/>
                    <a:pt x="21295" y="17141"/>
                    <a:pt x="21098" y="17304"/>
                  </a:cubicBezTo>
                  <a:cubicBezTo>
                    <a:pt x="20508" y="17805"/>
                    <a:pt x="19672" y="18246"/>
                    <a:pt x="18618" y="18622"/>
                  </a:cubicBezTo>
                  <a:cubicBezTo>
                    <a:pt x="16520" y="19368"/>
                    <a:pt x="13745" y="19775"/>
                    <a:pt x="10801" y="19775"/>
                  </a:cubicBezTo>
                  <a:cubicBezTo>
                    <a:pt x="7856" y="19775"/>
                    <a:pt x="5080" y="19368"/>
                    <a:pt x="2982" y="18622"/>
                  </a:cubicBezTo>
                  <a:cubicBezTo>
                    <a:pt x="1928" y="18246"/>
                    <a:pt x="1099" y="17805"/>
                    <a:pt x="504" y="17304"/>
                  </a:cubicBezTo>
                  <a:cubicBezTo>
                    <a:pt x="307" y="17141"/>
                    <a:pt x="142" y="16971"/>
                    <a:pt x="0" y="16797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08" name="Local_1 HDD"/>
            <p:cNvSpPr/>
            <p:nvPr/>
          </p:nvSpPr>
          <p:spPr>
            <a:xfrm>
              <a:off x="0" y="3276851"/>
              <a:ext cx="3829957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/>
              <a:r>
                <a:t>Local_1 HDD</a:t>
              </a:r>
            </a:p>
          </p:txBody>
        </p:sp>
      </p:grpSp>
      <p:sp>
        <p:nvSpPr>
          <p:cNvPr id="310" name="곱하기 기호"/>
          <p:cNvSpPr/>
          <p:nvPr/>
        </p:nvSpPr>
        <p:spPr>
          <a:xfrm>
            <a:off x="12179487" y="3519167"/>
            <a:ext cx="5719769" cy="57197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7" h="21577" fill="norm" stroke="1" extrusionOk="0">
                <a:moveTo>
                  <a:pt x="3398" y="1"/>
                </a:moveTo>
                <a:cubicBezTo>
                  <a:pt x="3368" y="1"/>
                  <a:pt x="3338" y="12"/>
                  <a:pt x="3315" y="35"/>
                </a:cubicBezTo>
                <a:lnTo>
                  <a:pt x="35" y="3315"/>
                </a:lnTo>
                <a:cubicBezTo>
                  <a:pt x="-11" y="3361"/>
                  <a:pt x="-11" y="3434"/>
                  <a:pt x="35" y="3480"/>
                </a:cubicBezTo>
                <a:lnTo>
                  <a:pt x="7290" y="10733"/>
                </a:lnTo>
                <a:cubicBezTo>
                  <a:pt x="7320" y="10764"/>
                  <a:pt x="7320" y="10813"/>
                  <a:pt x="7290" y="10843"/>
                </a:cubicBezTo>
                <a:lnTo>
                  <a:pt x="35" y="18098"/>
                </a:lnTo>
                <a:cubicBezTo>
                  <a:pt x="-11" y="18144"/>
                  <a:pt x="-11" y="18217"/>
                  <a:pt x="35" y="18263"/>
                </a:cubicBezTo>
                <a:lnTo>
                  <a:pt x="3315" y="21543"/>
                </a:lnTo>
                <a:cubicBezTo>
                  <a:pt x="3361" y="21589"/>
                  <a:pt x="3434" y="21589"/>
                  <a:pt x="3480" y="21543"/>
                </a:cubicBezTo>
                <a:lnTo>
                  <a:pt x="10733" y="14288"/>
                </a:lnTo>
                <a:cubicBezTo>
                  <a:pt x="10764" y="14258"/>
                  <a:pt x="10814" y="14258"/>
                  <a:pt x="10845" y="14288"/>
                </a:cubicBezTo>
                <a:lnTo>
                  <a:pt x="18098" y="21543"/>
                </a:lnTo>
                <a:cubicBezTo>
                  <a:pt x="18144" y="21589"/>
                  <a:pt x="18217" y="21589"/>
                  <a:pt x="18263" y="21543"/>
                </a:cubicBezTo>
                <a:lnTo>
                  <a:pt x="21543" y="18263"/>
                </a:lnTo>
                <a:cubicBezTo>
                  <a:pt x="21589" y="18217"/>
                  <a:pt x="21589" y="18144"/>
                  <a:pt x="21543" y="18098"/>
                </a:cubicBezTo>
                <a:lnTo>
                  <a:pt x="14288" y="10845"/>
                </a:lnTo>
                <a:cubicBezTo>
                  <a:pt x="14258" y="10814"/>
                  <a:pt x="14258" y="10764"/>
                  <a:pt x="14288" y="10733"/>
                </a:cubicBezTo>
                <a:lnTo>
                  <a:pt x="21543" y="3480"/>
                </a:lnTo>
                <a:cubicBezTo>
                  <a:pt x="21588" y="3434"/>
                  <a:pt x="21588" y="3360"/>
                  <a:pt x="21543" y="3315"/>
                </a:cubicBezTo>
                <a:lnTo>
                  <a:pt x="18263" y="35"/>
                </a:lnTo>
                <a:cubicBezTo>
                  <a:pt x="18217" y="-11"/>
                  <a:pt x="18144" y="-11"/>
                  <a:pt x="18098" y="35"/>
                </a:cubicBezTo>
                <a:lnTo>
                  <a:pt x="10845" y="7290"/>
                </a:lnTo>
                <a:cubicBezTo>
                  <a:pt x="10814" y="7320"/>
                  <a:pt x="10765" y="7320"/>
                  <a:pt x="10735" y="7290"/>
                </a:cubicBezTo>
                <a:lnTo>
                  <a:pt x="3480" y="35"/>
                </a:lnTo>
                <a:cubicBezTo>
                  <a:pt x="3457" y="12"/>
                  <a:pt x="3428" y="1"/>
                  <a:pt x="3398" y="1"/>
                </a:cubicBezTo>
                <a:close/>
              </a:path>
            </a:pathLst>
          </a:custGeom>
          <a:solidFill>
            <a:schemeClr val="accent5">
              <a:alpha val="41977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after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C -0.004666 -0.043889 -0.004946 -0.088896 -0.000826 -0.132957 C 0.004103 -0.185678 0.015488 -0.236786 0.037218 -0.273715 C 0.118567 -0.411963 0.253436 -0.309080 0.253127 -0.109013" origin="layout" pathEditMode="relative">
                                      <p:cBhvr>
                                        <p:cTn id="6" dur="10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path" nodeType="afterEffect" presetSubtype="0" presetID="-1" grpId="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C -0.004751 -0.043874 -0.005030 -0.088908 -0.000826 -0.132957 C 0.004197 -0.185582 0.015736 -0.236418 0.037218 -0.273715 C 0.110384 -0.400745 0.233652 -0.331995 0.252890 -0.153429" origin="layout" pathEditMode="relative">
                                      <p:cBhvr>
                                        <p:cTn id="9" dur="1000" fill="hold"/>
                                        <p:tgtEl>
                                          <p:spTgt spid="3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xit" nodeType="clickEffect" presetSubtype="0" presetID="1" grpId="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xit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Class="entr" nodeType="clickEffect" presetSubtype="32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04" grpId="3"/>
      <p:bldP build="whole" bldLvl="1" animBg="1" rev="0" advAuto="0" spid="300" grpId="4"/>
      <p:bldP build="whole" bldLvl="1" animBg="1" rev="0" advAuto="0" spid="310" grpId="5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Version"/>
          <p:cNvSpPr txBox="1"/>
          <p:nvPr/>
        </p:nvSpPr>
        <p:spPr>
          <a:xfrm>
            <a:off x="5224226" y="5681942"/>
            <a:ext cx="211257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Version</a:t>
            </a:r>
          </a:p>
        </p:txBody>
      </p:sp>
      <p:grpSp>
        <p:nvGrpSpPr>
          <p:cNvPr id="315" name="그룹"/>
          <p:cNvGrpSpPr/>
          <p:nvPr/>
        </p:nvGrpSpPr>
        <p:grpSpPr>
          <a:xfrm>
            <a:off x="4896583" y="5147872"/>
            <a:ext cx="2767857" cy="4214159"/>
            <a:chOff x="0" y="0"/>
            <a:chExt cx="2767855" cy="4214158"/>
          </a:xfrm>
        </p:grpSpPr>
        <p:sp>
          <p:nvSpPr>
            <p:cNvPr id="313" name="컴퓨터"/>
            <p:cNvSpPr/>
            <p:nvPr/>
          </p:nvSpPr>
          <p:spPr>
            <a:xfrm>
              <a:off x="0" y="0"/>
              <a:ext cx="2767856" cy="22336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600" fill="norm" stroke="1" extrusionOk="0">
                  <a:moveTo>
                    <a:pt x="464" y="0"/>
                  </a:moveTo>
                  <a:cubicBezTo>
                    <a:pt x="210" y="0"/>
                    <a:pt x="0" y="261"/>
                    <a:pt x="0" y="575"/>
                  </a:cubicBezTo>
                  <a:lnTo>
                    <a:pt x="0" y="17777"/>
                  </a:lnTo>
                  <a:cubicBezTo>
                    <a:pt x="0" y="18091"/>
                    <a:pt x="210" y="18354"/>
                    <a:pt x="464" y="18354"/>
                  </a:cubicBezTo>
                  <a:lnTo>
                    <a:pt x="9148" y="18354"/>
                  </a:lnTo>
                  <a:lnTo>
                    <a:pt x="9116" y="18513"/>
                  </a:lnTo>
                  <a:lnTo>
                    <a:pt x="8753" y="20763"/>
                  </a:lnTo>
                  <a:lnTo>
                    <a:pt x="7690" y="20763"/>
                  </a:lnTo>
                  <a:lnTo>
                    <a:pt x="7690" y="21600"/>
                  </a:lnTo>
                  <a:lnTo>
                    <a:pt x="10486" y="21600"/>
                  </a:lnTo>
                  <a:lnTo>
                    <a:pt x="11107" y="21600"/>
                  </a:lnTo>
                  <a:lnTo>
                    <a:pt x="13905" y="21600"/>
                  </a:lnTo>
                  <a:lnTo>
                    <a:pt x="13905" y="20763"/>
                  </a:lnTo>
                  <a:lnTo>
                    <a:pt x="12842" y="20763"/>
                  </a:lnTo>
                  <a:lnTo>
                    <a:pt x="12479" y="18513"/>
                  </a:lnTo>
                  <a:lnTo>
                    <a:pt x="12452" y="18354"/>
                  </a:lnTo>
                  <a:lnTo>
                    <a:pt x="21131" y="18354"/>
                  </a:lnTo>
                  <a:cubicBezTo>
                    <a:pt x="21384" y="18354"/>
                    <a:pt x="21595" y="18091"/>
                    <a:pt x="21595" y="17777"/>
                  </a:cubicBezTo>
                  <a:lnTo>
                    <a:pt x="21595" y="575"/>
                  </a:lnTo>
                  <a:cubicBezTo>
                    <a:pt x="21600" y="261"/>
                    <a:pt x="21389" y="0"/>
                    <a:pt x="21136" y="0"/>
                  </a:cubicBezTo>
                  <a:lnTo>
                    <a:pt x="464" y="0"/>
                  </a:lnTo>
                  <a:close/>
                  <a:moveTo>
                    <a:pt x="10800" y="542"/>
                  </a:moveTo>
                  <a:cubicBezTo>
                    <a:pt x="10913" y="542"/>
                    <a:pt x="11006" y="650"/>
                    <a:pt x="11006" y="797"/>
                  </a:cubicBezTo>
                  <a:cubicBezTo>
                    <a:pt x="11006" y="937"/>
                    <a:pt x="10913" y="1052"/>
                    <a:pt x="10800" y="1052"/>
                  </a:cubicBezTo>
                  <a:cubicBezTo>
                    <a:pt x="10686" y="1052"/>
                    <a:pt x="10594" y="937"/>
                    <a:pt x="10594" y="797"/>
                  </a:cubicBezTo>
                  <a:cubicBezTo>
                    <a:pt x="10594" y="656"/>
                    <a:pt x="10686" y="542"/>
                    <a:pt x="10800" y="542"/>
                  </a:cubicBezTo>
                  <a:close/>
                  <a:moveTo>
                    <a:pt x="1242" y="1734"/>
                  </a:moveTo>
                  <a:lnTo>
                    <a:pt x="20358" y="1734"/>
                  </a:lnTo>
                  <a:lnTo>
                    <a:pt x="20358" y="15233"/>
                  </a:lnTo>
                  <a:lnTo>
                    <a:pt x="1242" y="15233"/>
                  </a:lnTo>
                  <a:lnTo>
                    <a:pt x="1242" y="1734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14" name="Local_1"/>
            <p:cNvSpPr/>
            <p:nvPr/>
          </p:nvSpPr>
          <p:spPr>
            <a:xfrm>
              <a:off x="265464" y="294415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Local_1</a:t>
              </a:r>
            </a:p>
          </p:txBody>
        </p:sp>
      </p:grpSp>
      <p:sp>
        <p:nvSpPr>
          <p:cNvPr id="316" name="Git SVN"/>
          <p:cNvSpPr txBox="1"/>
          <p:nvPr/>
        </p:nvSpPr>
        <p:spPr>
          <a:xfrm>
            <a:off x="11051286" y="7700073"/>
            <a:ext cx="228142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Git SVN</a:t>
            </a:r>
          </a:p>
        </p:txBody>
      </p:sp>
      <p:sp>
        <p:nvSpPr>
          <p:cNvPr id="317" name="구름"/>
          <p:cNvSpPr/>
          <p:nvPr/>
        </p:nvSpPr>
        <p:spPr>
          <a:xfrm>
            <a:off x="10667542" y="5167434"/>
            <a:ext cx="3048916" cy="18374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603" y="0"/>
                </a:moveTo>
                <a:cubicBezTo>
                  <a:pt x="7967" y="0"/>
                  <a:pt x="5720" y="2939"/>
                  <a:pt x="4858" y="7062"/>
                </a:cubicBezTo>
                <a:cubicBezTo>
                  <a:pt x="4628" y="6992"/>
                  <a:pt x="4391" y="6953"/>
                  <a:pt x="4150" y="6953"/>
                </a:cubicBezTo>
                <a:cubicBezTo>
                  <a:pt x="1857" y="6953"/>
                  <a:pt x="0" y="10233"/>
                  <a:pt x="0" y="14278"/>
                </a:cubicBezTo>
                <a:cubicBezTo>
                  <a:pt x="0" y="18323"/>
                  <a:pt x="1857" y="21600"/>
                  <a:pt x="4150" y="21600"/>
                </a:cubicBezTo>
                <a:cubicBezTo>
                  <a:pt x="4193" y="21600"/>
                  <a:pt x="4237" y="21597"/>
                  <a:pt x="4280" y="21594"/>
                </a:cubicBezTo>
                <a:lnTo>
                  <a:pt x="10532" y="21597"/>
                </a:lnTo>
                <a:cubicBezTo>
                  <a:pt x="10555" y="21598"/>
                  <a:pt x="10579" y="21600"/>
                  <a:pt x="10603" y="21600"/>
                </a:cubicBezTo>
                <a:cubicBezTo>
                  <a:pt x="10626" y="21600"/>
                  <a:pt x="10648" y="21598"/>
                  <a:pt x="10672" y="21597"/>
                </a:cubicBezTo>
                <a:lnTo>
                  <a:pt x="18141" y="21600"/>
                </a:lnTo>
                <a:cubicBezTo>
                  <a:pt x="20051" y="21600"/>
                  <a:pt x="21600" y="18868"/>
                  <a:pt x="21600" y="15496"/>
                </a:cubicBezTo>
                <a:cubicBezTo>
                  <a:pt x="21600" y="12124"/>
                  <a:pt x="20051" y="9389"/>
                  <a:pt x="18141" y="9389"/>
                </a:cubicBezTo>
                <a:cubicBezTo>
                  <a:pt x="17627" y="9389"/>
                  <a:pt x="17139" y="9589"/>
                  <a:pt x="16701" y="9943"/>
                </a:cubicBezTo>
                <a:cubicBezTo>
                  <a:pt x="16453" y="4379"/>
                  <a:pt x="13819" y="0"/>
                  <a:pt x="10603" y="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8" name="개정"/>
          <p:cNvSpPr/>
          <p:nvPr/>
        </p:nvSpPr>
        <p:spPr>
          <a:xfrm>
            <a:off x="8580402" y="6221649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3" y="0"/>
                  <a:pt x="0" y="4833"/>
                  <a:pt x="0" y="10800"/>
                </a:cubicBezTo>
                <a:cubicBezTo>
                  <a:pt x="0" y="16767"/>
                  <a:pt x="4833" y="21600"/>
                  <a:pt x="10800" y="21600"/>
                </a:cubicBezTo>
                <a:cubicBezTo>
                  <a:pt x="16767" y="21600"/>
                  <a:pt x="21600" y="16767"/>
                  <a:pt x="21600" y="10800"/>
                </a:cubicBezTo>
                <a:cubicBezTo>
                  <a:pt x="21600" y="4833"/>
                  <a:pt x="16767" y="0"/>
                  <a:pt x="10800" y="0"/>
                </a:cubicBezTo>
                <a:close/>
                <a:moveTo>
                  <a:pt x="8974" y="1912"/>
                </a:moveTo>
                <a:lnTo>
                  <a:pt x="12626" y="5363"/>
                </a:lnTo>
                <a:lnTo>
                  <a:pt x="8974" y="8812"/>
                </a:lnTo>
                <a:lnTo>
                  <a:pt x="8974" y="6625"/>
                </a:lnTo>
                <a:cubicBezTo>
                  <a:pt x="7284" y="7338"/>
                  <a:pt x="6092" y="9018"/>
                  <a:pt x="6092" y="10967"/>
                </a:cubicBezTo>
                <a:cubicBezTo>
                  <a:pt x="6092" y="13564"/>
                  <a:pt x="8203" y="15677"/>
                  <a:pt x="10800" y="15677"/>
                </a:cubicBezTo>
                <a:cubicBezTo>
                  <a:pt x="13397" y="15677"/>
                  <a:pt x="15508" y="13564"/>
                  <a:pt x="15508" y="10967"/>
                </a:cubicBezTo>
                <a:cubicBezTo>
                  <a:pt x="15508" y="9509"/>
                  <a:pt x="14849" y="8154"/>
                  <a:pt x="13699" y="7258"/>
                </a:cubicBezTo>
                <a:lnTo>
                  <a:pt x="15130" y="5427"/>
                </a:lnTo>
                <a:cubicBezTo>
                  <a:pt x="16847" y="6772"/>
                  <a:pt x="17837" y="8791"/>
                  <a:pt x="17837" y="10967"/>
                </a:cubicBezTo>
                <a:cubicBezTo>
                  <a:pt x="17837" y="14844"/>
                  <a:pt x="14682" y="17999"/>
                  <a:pt x="10805" y="17999"/>
                </a:cubicBezTo>
                <a:cubicBezTo>
                  <a:pt x="6928" y="17999"/>
                  <a:pt x="3770" y="14845"/>
                  <a:pt x="3770" y="10962"/>
                </a:cubicBezTo>
                <a:cubicBezTo>
                  <a:pt x="3770" y="7717"/>
                  <a:pt x="5983" y="4973"/>
                  <a:pt x="8974" y="4168"/>
                </a:cubicBezTo>
                <a:lnTo>
                  <a:pt x="8974" y="1912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9" name="Version"/>
          <p:cNvSpPr txBox="1"/>
          <p:nvPr/>
        </p:nvSpPr>
        <p:spPr>
          <a:xfrm>
            <a:off x="5224226" y="5681942"/>
            <a:ext cx="211257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Version</a:t>
            </a:r>
          </a:p>
        </p:txBody>
      </p:sp>
      <p:sp>
        <p:nvSpPr>
          <p:cNvPr id="320" name="Version"/>
          <p:cNvSpPr txBox="1"/>
          <p:nvPr/>
        </p:nvSpPr>
        <p:spPr>
          <a:xfrm>
            <a:off x="5224226" y="5681942"/>
            <a:ext cx="211257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Version</a:t>
            </a:r>
          </a:p>
        </p:txBody>
      </p:sp>
      <p:grpSp>
        <p:nvGrpSpPr>
          <p:cNvPr id="323" name="그룹"/>
          <p:cNvGrpSpPr/>
          <p:nvPr/>
        </p:nvGrpSpPr>
        <p:grpSpPr>
          <a:xfrm>
            <a:off x="16719561" y="5149222"/>
            <a:ext cx="2767856" cy="4306400"/>
            <a:chOff x="0" y="0"/>
            <a:chExt cx="2767855" cy="4306398"/>
          </a:xfrm>
        </p:grpSpPr>
        <p:sp>
          <p:nvSpPr>
            <p:cNvPr id="321" name="컴퓨터"/>
            <p:cNvSpPr/>
            <p:nvPr/>
          </p:nvSpPr>
          <p:spPr>
            <a:xfrm>
              <a:off x="0" y="0"/>
              <a:ext cx="2767856" cy="223361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600" fill="norm" stroke="1" extrusionOk="0">
                  <a:moveTo>
                    <a:pt x="464" y="0"/>
                  </a:moveTo>
                  <a:cubicBezTo>
                    <a:pt x="210" y="0"/>
                    <a:pt x="0" y="261"/>
                    <a:pt x="0" y="575"/>
                  </a:cubicBezTo>
                  <a:lnTo>
                    <a:pt x="0" y="17777"/>
                  </a:lnTo>
                  <a:cubicBezTo>
                    <a:pt x="0" y="18091"/>
                    <a:pt x="210" y="18354"/>
                    <a:pt x="464" y="18354"/>
                  </a:cubicBezTo>
                  <a:lnTo>
                    <a:pt x="9148" y="18354"/>
                  </a:lnTo>
                  <a:lnTo>
                    <a:pt x="9116" y="18513"/>
                  </a:lnTo>
                  <a:lnTo>
                    <a:pt x="8753" y="20763"/>
                  </a:lnTo>
                  <a:lnTo>
                    <a:pt x="7690" y="20763"/>
                  </a:lnTo>
                  <a:lnTo>
                    <a:pt x="7690" y="21600"/>
                  </a:lnTo>
                  <a:lnTo>
                    <a:pt x="10486" y="21600"/>
                  </a:lnTo>
                  <a:lnTo>
                    <a:pt x="11107" y="21600"/>
                  </a:lnTo>
                  <a:lnTo>
                    <a:pt x="13905" y="21600"/>
                  </a:lnTo>
                  <a:lnTo>
                    <a:pt x="13905" y="20763"/>
                  </a:lnTo>
                  <a:lnTo>
                    <a:pt x="12842" y="20763"/>
                  </a:lnTo>
                  <a:lnTo>
                    <a:pt x="12479" y="18513"/>
                  </a:lnTo>
                  <a:lnTo>
                    <a:pt x="12452" y="18354"/>
                  </a:lnTo>
                  <a:lnTo>
                    <a:pt x="21131" y="18354"/>
                  </a:lnTo>
                  <a:cubicBezTo>
                    <a:pt x="21384" y="18354"/>
                    <a:pt x="21595" y="18091"/>
                    <a:pt x="21595" y="17777"/>
                  </a:cubicBezTo>
                  <a:lnTo>
                    <a:pt x="21595" y="575"/>
                  </a:lnTo>
                  <a:cubicBezTo>
                    <a:pt x="21600" y="261"/>
                    <a:pt x="21389" y="0"/>
                    <a:pt x="21136" y="0"/>
                  </a:cubicBezTo>
                  <a:lnTo>
                    <a:pt x="464" y="0"/>
                  </a:lnTo>
                  <a:close/>
                  <a:moveTo>
                    <a:pt x="10800" y="542"/>
                  </a:moveTo>
                  <a:cubicBezTo>
                    <a:pt x="10913" y="542"/>
                    <a:pt x="11006" y="650"/>
                    <a:pt x="11006" y="797"/>
                  </a:cubicBezTo>
                  <a:cubicBezTo>
                    <a:pt x="11006" y="937"/>
                    <a:pt x="10913" y="1052"/>
                    <a:pt x="10800" y="1052"/>
                  </a:cubicBezTo>
                  <a:cubicBezTo>
                    <a:pt x="10686" y="1052"/>
                    <a:pt x="10594" y="937"/>
                    <a:pt x="10594" y="797"/>
                  </a:cubicBezTo>
                  <a:cubicBezTo>
                    <a:pt x="10594" y="656"/>
                    <a:pt x="10686" y="542"/>
                    <a:pt x="10800" y="542"/>
                  </a:cubicBezTo>
                  <a:close/>
                  <a:moveTo>
                    <a:pt x="1242" y="1734"/>
                  </a:moveTo>
                  <a:lnTo>
                    <a:pt x="20358" y="1734"/>
                  </a:lnTo>
                  <a:lnTo>
                    <a:pt x="20358" y="15233"/>
                  </a:lnTo>
                  <a:lnTo>
                    <a:pt x="1242" y="15233"/>
                  </a:lnTo>
                  <a:lnTo>
                    <a:pt x="1242" y="1734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322" name="Local_2"/>
            <p:cNvSpPr/>
            <p:nvPr/>
          </p:nvSpPr>
          <p:spPr>
            <a:xfrm>
              <a:off x="265464" y="3036398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Local_2</a:t>
              </a:r>
            </a:p>
          </p:txBody>
        </p:sp>
      </p:grpSp>
      <p:sp>
        <p:nvSpPr>
          <p:cNvPr id="324" name="개정"/>
          <p:cNvSpPr/>
          <p:nvPr/>
        </p:nvSpPr>
        <p:spPr>
          <a:xfrm>
            <a:off x="14533597" y="6222999"/>
            <a:ext cx="1270001" cy="127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3" y="0"/>
                  <a:pt x="0" y="4833"/>
                  <a:pt x="0" y="10800"/>
                </a:cubicBezTo>
                <a:cubicBezTo>
                  <a:pt x="0" y="16767"/>
                  <a:pt x="4833" y="21600"/>
                  <a:pt x="10800" y="21600"/>
                </a:cubicBezTo>
                <a:cubicBezTo>
                  <a:pt x="16767" y="21600"/>
                  <a:pt x="21600" y="16767"/>
                  <a:pt x="21600" y="10800"/>
                </a:cubicBezTo>
                <a:cubicBezTo>
                  <a:pt x="21600" y="4833"/>
                  <a:pt x="16767" y="0"/>
                  <a:pt x="10800" y="0"/>
                </a:cubicBezTo>
                <a:close/>
                <a:moveTo>
                  <a:pt x="8974" y="1912"/>
                </a:moveTo>
                <a:lnTo>
                  <a:pt x="12626" y="5363"/>
                </a:lnTo>
                <a:lnTo>
                  <a:pt x="8974" y="8812"/>
                </a:lnTo>
                <a:lnTo>
                  <a:pt x="8974" y="6625"/>
                </a:lnTo>
                <a:cubicBezTo>
                  <a:pt x="7284" y="7338"/>
                  <a:pt x="6092" y="9018"/>
                  <a:pt x="6092" y="10967"/>
                </a:cubicBezTo>
                <a:cubicBezTo>
                  <a:pt x="6092" y="13564"/>
                  <a:pt x="8203" y="15677"/>
                  <a:pt x="10800" y="15677"/>
                </a:cubicBezTo>
                <a:cubicBezTo>
                  <a:pt x="13397" y="15677"/>
                  <a:pt x="15508" y="13564"/>
                  <a:pt x="15508" y="10967"/>
                </a:cubicBezTo>
                <a:cubicBezTo>
                  <a:pt x="15508" y="9509"/>
                  <a:pt x="14849" y="8154"/>
                  <a:pt x="13699" y="7258"/>
                </a:cubicBezTo>
                <a:lnTo>
                  <a:pt x="15130" y="5427"/>
                </a:lnTo>
                <a:cubicBezTo>
                  <a:pt x="16847" y="6772"/>
                  <a:pt x="17837" y="8791"/>
                  <a:pt x="17837" y="10967"/>
                </a:cubicBezTo>
                <a:cubicBezTo>
                  <a:pt x="17837" y="14844"/>
                  <a:pt x="14682" y="17999"/>
                  <a:pt x="10805" y="17999"/>
                </a:cubicBezTo>
                <a:cubicBezTo>
                  <a:pt x="6928" y="17999"/>
                  <a:pt x="3770" y="14845"/>
                  <a:pt x="3770" y="10962"/>
                </a:cubicBezTo>
                <a:cubicBezTo>
                  <a:pt x="3770" y="7717"/>
                  <a:pt x="5983" y="4973"/>
                  <a:pt x="8974" y="4168"/>
                </a:cubicBezTo>
                <a:lnTo>
                  <a:pt x="8974" y="1912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5" name="Version"/>
          <p:cNvSpPr txBox="1"/>
          <p:nvPr/>
        </p:nvSpPr>
        <p:spPr>
          <a:xfrm>
            <a:off x="5224226" y="5681942"/>
            <a:ext cx="2112570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Version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mph" nodeType="clickEffect" presetSubtype="0" presetID="8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Rot by="118800000">
                                      <p:cBhvr>
                                        <p:cTn id="6" dur="3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path" nodeType="withEffect" presetSubtype="0" presetID="-1" grpId="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C -0.004566 -0.043906 -0.004845 -0.088882 -0.000826 -0.132957 C 0.003992 -0.185793 0.015196 -0.237229 0.037218 -0.273715 C 0.116455 -0.404993 0.245465 -0.301386 0.242433 -0.108907" origin="layout" pathEditMode="relative">
                                      <p:cBhvr>
                                        <p:cTn id="9" dur="10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mph" nodeType="afterEffect" presetSubtype="0" presetID="8" grpId="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Rot by="97200000">
                                      <p:cBhvr>
                                        <p:cTn id="12" dur="30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path" nodeType="withEffect" presetSubtype="0" presetID="-1" grpId="4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C -0.004699 -0.043883 -0.004978 -0.088900 -0.000826 -0.132957 C 0.004139 -0.185641 0.015584 -0.236643 0.037218 -0.273715 C 0.105360 -0.390477 0.219025 -0.333041 0.242433 -0.170018" origin="layout" pathEditMode="relative">
                                      <p:cBhvr>
                                        <p:cTn id="15" dur="10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path" nodeType="withEffect" presetSubtype="0" presetID="-1" grpId="5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C -0.004699 -0.043883 -0.004978 -0.088900 -0.000826 -0.132957 C 0.004139 -0.185641 0.015584 -0.236643 0.037218 -0.273715 C 0.105360 -0.390477 0.219025 -0.333041 0.242433 -0.170018" origin="layout" pathEditMode="relative">
                                      <p:cBhvr>
                                        <p:cTn id="18" dur="10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mph" nodeType="clickEffect" presetSubtype="0" presetID="8" grpId="6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Rot by="97200000">
                                      <p:cBhvr>
                                        <p:cTn id="22" dur="30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Class="path" nodeType="withEffect" presetSubtype="0" presetID="-1" grpId="7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242433 -0.170018 C 0.286075 -0.176302 0.329365 -0.179214 0.372536 -0.178750 C 0.393174 -0.178528 0.414087 -0.177429 0.433521 -0.164863 C 0.447952 -0.155533 0.460981 -0.140135 0.470600 -0.118849 C 0.485676 -0.085486 0.490968 -0.041397 0.484866 0.000000" origin="layout" pathEditMode="relative">
                                      <p:cBhvr>
                                        <p:cTn id="25" dur="10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18" grpId="3"/>
      <p:bldP build="whole" bldLvl="1" animBg="1" rev="0" advAuto="0" spid="318" grpId="1"/>
      <p:bldP build="whole" bldLvl="1" animBg="1" rev="0" advAuto="0" spid="324" grpId="6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Index."/>
          <p:cNvSpPr txBox="1"/>
          <p:nvPr/>
        </p:nvSpPr>
        <p:spPr>
          <a:xfrm>
            <a:off x="11211932" y="1119784"/>
            <a:ext cx="1785215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Index.</a:t>
            </a:r>
          </a:p>
        </p:txBody>
      </p:sp>
      <p:sp>
        <p:nvSpPr>
          <p:cNvPr id="328" name="¡. 교육 소득"/>
          <p:cNvSpPr txBox="1"/>
          <p:nvPr/>
        </p:nvSpPr>
        <p:spPr>
          <a:xfrm>
            <a:off x="10659635" y="4229575"/>
            <a:ext cx="2889810" cy="861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¡. 교육 소득</a:t>
            </a:r>
          </a:p>
        </p:txBody>
      </p:sp>
      <p:sp>
        <p:nvSpPr>
          <p:cNvPr id="329" name="¡¡. Capstone Project"/>
          <p:cNvSpPr txBox="1"/>
          <p:nvPr/>
        </p:nvSpPr>
        <p:spPr>
          <a:xfrm>
            <a:off x="9354786" y="7275913"/>
            <a:ext cx="549950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¡¡. Capstone Project</a:t>
            </a:r>
          </a:p>
        </p:txBody>
      </p:sp>
      <p:sp>
        <p:nvSpPr>
          <p:cNvPr id="330" name="¡¡¡. 앞으로의 계획"/>
          <p:cNvSpPr txBox="1"/>
          <p:nvPr/>
        </p:nvSpPr>
        <p:spPr>
          <a:xfrm>
            <a:off x="9974444" y="10269213"/>
            <a:ext cx="4260191" cy="8614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¡¡¡. 앞으로의 계획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switch dir="r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mph" nodeType="afterEffect" presetSubtype="0" presetID="6" grpId="2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1000" fill="hold"/>
                                        <p:tgtEl>
                                          <p:spTgt spid="329"/>
                                        </p:tgtEl>
                                      </p:cBhvr>
                                      <p:by x="116995" y="116995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28" grpId="1"/>
      <p:bldP build="whole" bldLvl="1" animBg="1" rev="0" advAuto="0" spid="329" grpId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Capstone Project"/>
          <p:cNvSpPr txBox="1"/>
          <p:nvPr>
            <p:ph type="title" idx="4294967295"/>
          </p:nvPr>
        </p:nvSpPr>
        <p:spPr>
          <a:xfrm>
            <a:off x="2659276" y="4365724"/>
            <a:ext cx="11942621" cy="2540196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Capstone Project </a:t>
            </a:r>
          </a:p>
        </p:txBody>
      </p:sp>
      <p:sp>
        <p:nvSpPr>
          <p:cNvPr id="333" name="2"/>
          <p:cNvSpPr txBox="1"/>
          <p:nvPr/>
        </p:nvSpPr>
        <p:spPr>
          <a:xfrm>
            <a:off x="14662157" y="4365724"/>
            <a:ext cx="1107682" cy="2540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2 </a:t>
            </a:r>
          </a:p>
        </p:txBody>
      </p:sp>
      <p:sp>
        <p:nvSpPr>
          <p:cNvPr id="334" name="Web Full-Stack Web Application- Personal"/>
          <p:cNvSpPr txBox="1"/>
          <p:nvPr/>
        </p:nvSpPr>
        <p:spPr>
          <a:xfrm>
            <a:off x="2933654" y="6383641"/>
            <a:ext cx="18516692" cy="25401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lnSpc>
                <a:spcPct val="80000"/>
              </a:lnSpc>
              <a:spcBef>
                <a:spcPts val="0"/>
              </a:spcBef>
              <a:defRPr spc="-152" sz="7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Web Full-Stack Web Application- Personal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3500">
        <p:push dir="l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34" grpId="2"/>
      <p:bldP build="whole" bldLvl="1" animBg="1" rev="0" advAuto="0" spid="33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직사각형"/>
          <p:cNvSpPr/>
          <p:nvPr/>
        </p:nvSpPr>
        <p:spPr>
          <a:xfrm>
            <a:off x="7196987" y="1722025"/>
            <a:ext cx="3404543" cy="4167484"/>
          </a:xfrm>
          <a:prstGeom prst="rect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37" name="선"/>
          <p:cNvSpPr/>
          <p:nvPr/>
        </p:nvSpPr>
        <p:spPr>
          <a:xfrm>
            <a:off x="7206051" y="2348574"/>
            <a:ext cx="338641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8" name="Threads"/>
          <p:cNvSpPr txBox="1"/>
          <p:nvPr/>
        </p:nvSpPr>
        <p:spPr>
          <a:xfrm>
            <a:off x="8291639" y="1812324"/>
            <a:ext cx="1215238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Threads</a:t>
            </a:r>
          </a:p>
        </p:txBody>
      </p:sp>
      <p:sp>
        <p:nvSpPr>
          <p:cNvPr id="339" name="title: String"/>
          <p:cNvSpPr txBox="1"/>
          <p:nvPr/>
        </p:nvSpPr>
        <p:spPr>
          <a:xfrm>
            <a:off x="7279333" y="2508977"/>
            <a:ext cx="158191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title: String</a:t>
            </a:r>
          </a:p>
        </p:txBody>
      </p:sp>
      <p:sp>
        <p:nvSpPr>
          <p:cNvPr id="340" name="description: String"/>
          <p:cNvSpPr txBox="1"/>
          <p:nvPr/>
        </p:nvSpPr>
        <p:spPr>
          <a:xfrm>
            <a:off x="7279333" y="2991244"/>
            <a:ext cx="2609394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description: String</a:t>
            </a:r>
          </a:p>
        </p:txBody>
      </p:sp>
      <p:sp>
        <p:nvSpPr>
          <p:cNvPr id="341" name="createTime: Long"/>
          <p:cNvSpPr txBox="1"/>
          <p:nvPr/>
        </p:nvSpPr>
        <p:spPr>
          <a:xfrm>
            <a:off x="7279333" y="3473511"/>
            <a:ext cx="248564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createTime: Long</a:t>
            </a:r>
          </a:p>
        </p:txBody>
      </p:sp>
      <p:sp>
        <p:nvSpPr>
          <p:cNvPr id="342" name="createUserId: Long"/>
          <p:cNvSpPr txBox="1"/>
          <p:nvPr/>
        </p:nvSpPr>
        <p:spPr>
          <a:xfrm>
            <a:off x="7279333" y="3955779"/>
            <a:ext cx="271668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createUserId: Long</a:t>
            </a:r>
          </a:p>
        </p:txBody>
      </p:sp>
      <p:sp>
        <p:nvSpPr>
          <p:cNvPr id="343" name="직사각형"/>
          <p:cNvSpPr/>
          <p:nvPr/>
        </p:nvSpPr>
        <p:spPr>
          <a:xfrm>
            <a:off x="13782470" y="1722025"/>
            <a:ext cx="3404543" cy="4167484"/>
          </a:xfrm>
          <a:prstGeom prst="rect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44" name="선"/>
          <p:cNvSpPr/>
          <p:nvPr/>
        </p:nvSpPr>
        <p:spPr>
          <a:xfrm>
            <a:off x="13791534" y="2348574"/>
            <a:ext cx="338641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5" name="Comment"/>
          <p:cNvSpPr txBox="1"/>
          <p:nvPr/>
        </p:nvSpPr>
        <p:spPr>
          <a:xfrm>
            <a:off x="14755507" y="1812324"/>
            <a:ext cx="145846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Comment</a:t>
            </a:r>
          </a:p>
        </p:txBody>
      </p:sp>
      <p:sp>
        <p:nvSpPr>
          <p:cNvPr id="346" name="comment: String"/>
          <p:cNvSpPr txBox="1"/>
          <p:nvPr/>
        </p:nvSpPr>
        <p:spPr>
          <a:xfrm>
            <a:off x="13948600" y="2508977"/>
            <a:ext cx="237866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comment: String</a:t>
            </a:r>
          </a:p>
        </p:txBody>
      </p:sp>
      <p:sp>
        <p:nvSpPr>
          <p:cNvPr id="347" name="createTime: Long"/>
          <p:cNvSpPr txBox="1"/>
          <p:nvPr/>
        </p:nvSpPr>
        <p:spPr>
          <a:xfrm>
            <a:off x="13948600" y="3114734"/>
            <a:ext cx="2485645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createTime: Long</a:t>
            </a:r>
          </a:p>
        </p:txBody>
      </p:sp>
      <p:sp>
        <p:nvSpPr>
          <p:cNvPr id="348" name="createUserId: Long"/>
          <p:cNvSpPr txBox="1"/>
          <p:nvPr/>
        </p:nvSpPr>
        <p:spPr>
          <a:xfrm>
            <a:off x="13948600" y="3720492"/>
            <a:ext cx="2716683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createUserId: Long</a:t>
            </a:r>
          </a:p>
        </p:txBody>
      </p:sp>
      <p:sp>
        <p:nvSpPr>
          <p:cNvPr id="349" name="선"/>
          <p:cNvSpPr/>
          <p:nvPr/>
        </p:nvSpPr>
        <p:spPr>
          <a:xfrm>
            <a:off x="10592628" y="3170766"/>
            <a:ext cx="319874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50" name="1"/>
          <p:cNvSpPr txBox="1"/>
          <p:nvPr/>
        </p:nvSpPr>
        <p:spPr>
          <a:xfrm>
            <a:off x="10677858" y="2626817"/>
            <a:ext cx="283770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1</a:t>
            </a:r>
          </a:p>
        </p:txBody>
      </p:sp>
      <p:sp>
        <p:nvSpPr>
          <p:cNvPr id="351" name="*"/>
          <p:cNvSpPr txBox="1"/>
          <p:nvPr/>
        </p:nvSpPr>
        <p:spPr>
          <a:xfrm>
            <a:off x="13412591" y="3253350"/>
            <a:ext cx="221591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*</a:t>
            </a:r>
          </a:p>
        </p:txBody>
      </p:sp>
      <p:sp>
        <p:nvSpPr>
          <p:cNvPr id="352" name="직사각형"/>
          <p:cNvSpPr/>
          <p:nvPr/>
        </p:nvSpPr>
        <p:spPr>
          <a:xfrm>
            <a:off x="10489729" y="7826491"/>
            <a:ext cx="3404542" cy="4167484"/>
          </a:xfrm>
          <a:prstGeom prst="rect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53" name="선"/>
          <p:cNvSpPr/>
          <p:nvPr/>
        </p:nvSpPr>
        <p:spPr>
          <a:xfrm>
            <a:off x="10498792" y="8453040"/>
            <a:ext cx="3386414" cy="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54" name="User"/>
          <p:cNvSpPr txBox="1"/>
          <p:nvPr/>
        </p:nvSpPr>
        <p:spPr>
          <a:xfrm>
            <a:off x="11816029" y="7920172"/>
            <a:ext cx="75194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User</a:t>
            </a:r>
          </a:p>
        </p:txBody>
      </p:sp>
      <p:sp>
        <p:nvSpPr>
          <p:cNvPr id="355" name="id: Long"/>
          <p:cNvSpPr txBox="1"/>
          <p:nvPr/>
        </p:nvSpPr>
        <p:spPr>
          <a:xfrm>
            <a:off x="10572075" y="8613443"/>
            <a:ext cx="122103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id: Long</a:t>
            </a:r>
          </a:p>
        </p:txBody>
      </p:sp>
      <p:sp>
        <p:nvSpPr>
          <p:cNvPr id="356" name="userId: Long"/>
          <p:cNvSpPr txBox="1"/>
          <p:nvPr/>
        </p:nvSpPr>
        <p:spPr>
          <a:xfrm>
            <a:off x="10572075" y="9095711"/>
            <a:ext cx="1819352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userId: Long</a:t>
            </a:r>
          </a:p>
        </p:txBody>
      </p:sp>
      <p:sp>
        <p:nvSpPr>
          <p:cNvPr id="357" name="userNickname: String"/>
          <p:cNvSpPr txBox="1"/>
          <p:nvPr/>
        </p:nvSpPr>
        <p:spPr>
          <a:xfrm>
            <a:off x="10572075" y="9577978"/>
            <a:ext cx="3044343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userNickname: String</a:t>
            </a:r>
          </a:p>
        </p:txBody>
      </p:sp>
      <p:sp>
        <p:nvSpPr>
          <p:cNvPr id="358" name="userPassword: String"/>
          <p:cNvSpPr txBox="1"/>
          <p:nvPr/>
        </p:nvSpPr>
        <p:spPr>
          <a:xfrm>
            <a:off x="10572075" y="10060246"/>
            <a:ext cx="3026665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userPassword: String</a:t>
            </a:r>
          </a:p>
        </p:txBody>
      </p:sp>
      <p:sp>
        <p:nvSpPr>
          <p:cNvPr id="359" name="id: Long"/>
          <p:cNvSpPr txBox="1"/>
          <p:nvPr/>
        </p:nvSpPr>
        <p:spPr>
          <a:xfrm>
            <a:off x="7279333" y="4438046"/>
            <a:ext cx="122103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id: Long</a:t>
            </a:r>
          </a:p>
        </p:txBody>
      </p:sp>
      <p:sp>
        <p:nvSpPr>
          <p:cNvPr id="360" name="id: Long"/>
          <p:cNvSpPr txBox="1"/>
          <p:nvPr/>
        </p:nvSpPr>
        <p:spPr>
          <a:xfrm>
            <a:off x="13976466" y="4326249"/>
            <a:ext cx="122103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id: Long</a:t>
            </a:r>
          </a:p>
        </p:txBody>
      </p:sp>
      <p:sp>
        <p:nvSpPr>
          <p:cNvPr id="361" name="선"/>
          <p:cNvSpPr/>
          <p:nvPr/>
        </p:nvSpPr>
        <p:spPr>
          <a:xfrm>
            <a:off x="8708163" y="5908851"/>
            <a:ext cx="1799111" cy="254921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2" name="1"/>
          <p:cNvSpPr txBox="1"/>
          <p:nvPr/>
        </p:nvSpPr>
        <p:spPr>
          <a:xfrm>
            <a:off x="9941258" y="8222357"/>
            <a:ext cx="28377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1</a:t>
            </a:r>
          </a:p>
        </p:txBody>
      </p:sp>
      <p:sp>
        <p:nvSpPr>
          <p:cNvPr id="363" name="*"/>
          <p:cNvSpPr txBox="1"/>
          <p:nvPr/>
        </p:nvSpPr>
        <p:spPr>
          <a:xfrm>
            <a:off x="9153858" y="6011650"/>
            <a:ext cx="221591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*</a:t>
            </a:r>
          </a:p>
        </p:txBody>
      </p:sp>
      <p:sp>
        <p:nvSpPr>
          <p:cNvPr id="364" name="선"/>
          <p:cNvSpPr/>
          <p:nvPr/>
        </p:nvSpPr>
        <p:spPr>
          <a:xfrm flipV="1">
            <a:off x="13877157" y="5872111"/>
            <a:ext cx="1588100" cy="2622698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65" name="1"/>
          <p:cNvSpPr txBox="1"/>
          <p:nvPr/>
        </p:nvSpPr>
        <p:spPr>
          <a:xfrm>
            <a:off x="14158972" y="8222357"/>
            <a:ext cx="283770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1</a:t>
            </a:r>
          </a:p>
        </p:txBody>
      </p:sp>
      <p:sp>
        <p:nvSpPr>
          <p:cNvPr id="366" name="*"/>
          <p:cNvSpPr txBox="1"/>
          <p:nvPr/>
        </p:nvSpPr>
        <p:spPr>
          <a:xfrm>
            <a:off x="14845335" y="6011650"/>
            <a:ext cx="221591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*</a:t>
            </a:r>
          </a:p>
        </p:txBody>
      </p:sp>
      <p:sp>
        <p:nvSpPr>
          <p:cNvPr id="367" name="Class Diagram"/>
          <p:cNvSpPr txBox="1"/>
          <p:nvPr>
            <p:ph type="body" sz="half" idx="4294967295"/>
          </p:nvPr>
        </p:nvSpPr>
        <p:spPr>
          <a:xfrm>
            <a:off x="1206500" y="4637058"/>
            <a:ext cx="21971000" cy="3874313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Class Diagram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Class="entr" nodeType="clickEffect" presetID="9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4" dur="2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Class="entr" nodeType="afterEffect" presetID="9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8" dur="2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000"/>
                            </p:stCondLst>
                            <p:childTnLst>
                              <p:par>
                                <p:cTn id="40" presetClass="entr" nodeType="afterEffect" presetSubtype="0" presetID="1" grpId="1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Class="entr" nodeType="afterEffect" presetSubtype="0" presetID="1" grpId="1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Class="entr" nodeType="afterEffect" presetSubtype="0" presetID="1" grpId="1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Class="entr" nodeType="afterEffect" presetSubtype="0" presetID="1" grpId="15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Class="entr" nodeType="clickEffect" presetID="9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7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58" dur="2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Class="entr" nodeType="afterEffect" presetID="9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62" dur="2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Class="entr" nodeType="afterEffect" presetSubtype="0" presetID="1" grpId="18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Class="entr" nodeType="afterEffect" presetSubtype="0" presetID="1" grpId="19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Class="entr" nodeType="afterEffect" presetSubtype="0" presetID="1" grpId="20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Class="entr" nodeType="afterEffect" presetSubtype="0" presetID="1" grpId="2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Class="entr" nodeType="afterEffect" presetSubtype="0" presetID="1" grpId="2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Class="entr" nodeType="clickEffect" presetID="9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82" dur="2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000"/>
                            </p:stCondLst>
                            <p:childTnLst>
                              <p:par>
                                <p:cTn id="84" presetClass="entr" nodeType="afterEffect" presetSubtype="0" presetID="1" grpId="2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Class="entr" nodeType="afterEffect" presetSubtype="0" presetID="1" grpId="25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8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Class="entr" nodeType="clickEffect" presetID="9" grpId="2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93" dur="20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Class="entr" nodeType="afterEffect" presetSubtype="0" presetID="1" grpId="27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000"/>
                            </p:stCondLst>
                            <p:childTnLst>
                              <p:par>
                                <p:cTn id="98" presetClass="entr" nodeType="afterEffect" presetSubtype="0" presetID="1" grpId="28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9" fill="hold"/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Class="entr" nodeType="clickEffect" presetID="9" grpId="2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3" fill="hold"/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04" dur="20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Class="entr" nodeType="afterEffect" presetSubtype="0" presetID="1" grpId="30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7" fill="hold"/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000"/>
                            </p:stCondLst>
                            <p:childTnLst>
                              <p:par>
                                <p:cTn id="109" presetClass="entr" nodeType="afterEffect" presetSubtype="0" presetID="1" grpId="3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62" grpId="27"/>
      <p:bldP build="whole" bldLvl="1" animBg="1" rev="0" advAuto="0" spid="357" grpId="21"/>
      <p:bldP build="whole" bldLvl="1" animBg="1" rev="0" advAuto="0" spid="364" grpId="29"/>
      <p:bldP build="whole" bldLvl="1" animBg="1" rev="0" advAuto="0" spid="337" grpId="2"/>
      <p:bldP build="whole" bldLvl="1" animBg="1" rev="0" advAuto="0" spid="365" grpId="30"/>
      <p:bldP build="whole" bldLvl="1" animBg="1" rev="0" advAuto="0" spid="366" grpId="31"/>
      <p:bldP build="whole" bldLvl="1" animBg="1" rev="0" advAuto="0" spid="347" grpId="13"/>
      <p:bldP build="whole" bldLvl="1" animBg="1" rev="0" advAuto="0" spid="346" grpId="12"/>
      <p:bldP build="whole" bldLvl="1" animBg="1" rev="0" advAuto="0" spid="349" grpId="23"/>
      <p:bldP build="whole" bldLvl="1" animBg="1" rev="0" advAuto="0" spid="338" grpId="3"/>
      <p:bldP build="whole" bldLvl="1" animBg="1" rev="0" advAuto="0" spid="354" grpId="18"/>
      <p:bldP build="whole" bldLvl="1" animBg="1" rev="0" advAuto="0" spid="336" grpId="1"/>
      <p:bldP build="whole" bldLvl="1" animBg="1" rev="0" advAuto="0" spid="363" grpId="28"/>
      <p:bldP build="whole" bldLvl="1" animBg="1" rev="0" advAuto="0" spid="340" grpId="5"/>
      <p:bldP build="whole" bldLvl="1" animBg="1" rev="0" advAuto="0" spid="353" grpId="17"/>
      <p:bldP build="whole" bldLvl="1" animBg="1" rev="0" advAuto="0" spid="359" grpId="8"/>
      <p:bldP build="whole" bldLvl="1" animBg="1" rev="0" advAuto="0" spid="358" grpId="22"/>
      <p:bldP build="whole" bldLvl="1" animBg="1" rev="0" advAuto="0" spid="339" grpId="4"/>
      <p:bldP build="whole" bldLvl="1" animBg="1" rev="0" advAuto="0" spid="345" grpId="11"/>
      <p:bldP build="whole" bldLvl="1" animBg="1" rev="0" advAuto="0" spid="350" grpId="24"/>
      <p:bldP build="whole" bldLvl="1" animBg="1" rev="0" advAuto="0" spid="348" grpId="14"/>
      <p:bldP build="whole" bldLvl="1" animBg="1" rev="0" advAuto="0" spid="352" grpId="16"/>
      <p:bldP build="whole" bldLvl="1" animBg="1" rev="0" advAuto="0" spid="342" grpId="7"/>
      <p:bldP build="whole" bldLvl="1" animBg="1" rev="0" advAuto="0" spid="341" grpId="6"/>
      <p:bldP build="whole" bldLvl="1" animBg="1" rev="0" advAuto="0" spid="355" grpId="19"/>
      <p:bldP build="whole" bldLvl="1" animBg="1" rev="0" advAuto="0" spid="344" grpId="10"/>
      <p:bldP build="whole" bldLvl="1" animBg="1" rev="0" advAuto="0" spid="361" grpId="26"/>
      <p:bldP build="whole" bldLvl="1" animBg="1" rev="0" advAuto="0" spid="343" grpId="9"/>
      <p:bldP build="whole" bldLvl="1" animBg="1" rev="0" advAuto="0" spid="356" grpId="20"/>
      <p:bldP build="whole" bldLvl="1" animBg="1" rev="0" advAuto="0" spid="351" grpId="25"/>
      <p:bldP build="whole" bldLvl="1" animBg="1" rev="0" advAuto="0" spid="360" grpId="15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marshmello-mockup.png" descr="marshmello-mockup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854645" y="3509891"/>
            <a:ext cx="16674710" cy="8931418"/>
          </a:xfrm>
          <a:prstGeom prst="rect">
            <a:avLst/>
          </a:prstGeom>
          <a:ln w="12700">
            <a:miter lim="400000"/>
          </a:ln>
        </p:spPr>
      </p:pic>
      <p:sp>
        <p:nvSpPr>
          <p:cNvPr id="370" name="UI Wireframe"/>
          <p:cNvSpPr txBox="1"/>
          <p:nvPr>
            <p:ph type="body" sz="half" idx="4294967295"/>
          </p:nvPr>
        </p:nvSpPr>
        <p:spPr>
          <a:xfrm>
            <a:off x="1552292" y="-592006"/>
            <a:ext cx="21971001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UI Wireframe</a:t>
            </a:r>
          </a:p>
        </p:txBody>
      </p:sp>
      <p:sp>
        <p:nvSpPr>
          <p:cNvPr id="371" name="Adobe XD"/>
          <p:cNvSpPr txBox="1"/>
          <p:nvPr/>
        </p:nvSpPr>
        <p:spPr>
          <a:xfrm>
            <a:off x="11097459" y="2092402"/>
            <a:ext cx="288066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Adobe XD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Vue.js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Vue.js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Non-refresh Website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Non-refresh Website</a:t>
            </a:r>
          </a:p>
        </p:txBody>
      </p:sp>
      <p:sp>
        <p:nvSpPr>
          <p:cNvPr id="376" name="With Vue.js"/>
          <p:cNvSpPr txBox="1"/>
          <p:nvPr/>
        </p:nvSpPr>
        <p:spPr>
          <a:xfrm>
            <a:off x="5558488" y="7680517"/>
            <a:ext cx="3140356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With Vue.js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M V V M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 V V M</a:t>
            </a:r>
          </a:p>
        </p:txBody>
      </p:sp>
      <p:sp>
        <p:nvSpPr>
          <p:cNvPr id="379" name="Responsive Web UI"/>
          <p:cNvSpPr txBox="1"/>
          <p:nvPr/>
        </p:nvSpPr>
        <p:spPr>
          <a:xfrm>
            <a:off x="9470897" y="7605250"/>
            <a:ext cx="5442205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Responsive Web UI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직사각형 직사각형" descr="직사각형 직사각형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01017" y="1459341"/>
            <a:ext cx="7784304" cy="10797318"/>
          </a:xfrm>
          <a:prstGeom prst="rect">
            <a:avLst/>
          </a:prstGeom>
        </p:spPr>
      </p:pic>
      <p:pic>
        <p:nvPicPr>
          <p:cNvPr id="383" name="모서리가 둥근 직사각형 모서리가 둥근 직사각형" descr="모서리가 둥근 직사각형 모서리가 둥근 직사각형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361373" y="1880179"/>
            <a:ext cx="7063591" cy="721390"/>
          </a:xfrm>
          <a:prstGeom prst="rect">
            <a:avLst/>
          </a:prstGeom>
        </p:spPr>
      </p:pic>
      <p:sp>
        <p:nvSpPr>
          <p:cNvPr id="385" name="search"/>
          <p:cNvSpPr txBox="1"/>
          <p:nvPr/>
        </p:nvSpPr>
        <p:spPr>
          <a:xfrm>
            <a:off x="15208130" y="1840823"/>
            <a:ext cx="1370077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나눔손글씨 붓"/>
                <a:ea typeface="나눔손글씨 붓"/>
                <a:cs typeface="나눔손글씨 붓"/>
                <a:sym typeface="나눔손글씨 붓"/>
              </a:defRPr>
            </a:lvl1pPr>
          </a:lstStyle>
          <a:p>
            <a:pPr/>
            <a:r>
              <a:t>search</a:t>
            </a:r>
          </a:p>
        </p:txBody>
      </p:sp>
      <p:pic>
        <p:nvPicPr>
          <p:cNvPr id="386" name="직사각형 직사각형" descr="직사각형 직사각형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501677" y="3202379"/>
            <a:ext cx="1346201" cy="8400641"/>
          </a:xfrm>
          <a:prstGeom prst="rect">
            <a:avLst/>
          </a:prstGeom>
        </p:spPr>
      </p:pic>
      <p:sp>
        <p:nvSpPr>
          <p:cNvPr id="388" name="Ad"/>
          <p:cNvSpPr txBox="1"/>
          <p:nvPr/>
        </p:nvSpPr>
        <p:spPr>
          <a:xfrm>
            <a:off x="12867995" y="6457950"/>
            <a:ext cx="613564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나눔손글씨 붓"/>
                <a:ea typeface="나눔손글씨 붓"/>
                <a:cs typeface="나눔손글씨 붓"/>
                <a:sym typeface="나눔손글씨 붓"/>
              </a:defRPr>
            </a:lvl1pPr>
          </a:lstStyle>
          <a:p>
            <a:pPr/>
            <a:r>
              <a:t>Ad</a:t>
            </a:r>
          </a:p>
        </p:txBody>
      </p:sp>
      <p:pic>
        <p:nvPicPr>
          <p:cNvPr id="389" name="직사각형 직사각형" descr="직사각형 직사각형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244715" y="3183836"/>
            <a:ext cx="4993589" cy="8765488"/>
          </a:xfrm>
          <a:prstGeom prst="rect">
            <a:avLst/>
          </a:prstGeom>
        </p:spPr>
      </p:pic>
      <p:sp>
        <p:nvSpPr>
          <p:cNvPr id="391" name="Article"/>
          <p:cNvSpPr txBox="1"/>
          <p:nvPr/>
        </p:nvSpPr>
        <p:spPr>
          <a:xfrm>
            <a:off x="16056471" y="6696280"/>
            <a:ext cx="1540765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>
                <a:latin typeface="나눔손글씨 붓"/>
                <a:ea typeface="나눔손글씨 붓"/>
                <a:cs typeface="나눔손글씨 붓"/>
                <a:sym typeface="나눔손글씨 붓"/>
              </a:defRPr>
            </a:lvl1pPr>
          </a:lstStyle>
          <a:p>
            <a:pPr/>
            <a:r>
              <a:t>Article</a:t>
            </a:r>
          </a:p>
        </p:txBody>
      </p:sp>
      <p:pic>
        <p:nvPicPr>
          <p:cNvPr id="415" name="연결선" descr="연결선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7834022" y="1464370"/>
            <a:ext cx="5277429" cy="5105663"/>
          </a:xfrm>
          <a:prstGeom prst="rect">
            <a:avLst/>
          </a:prstGeom>
        </p:spPr>
      </p:pic>
      <p:pic>
        <p:nvPicPr>
          <p:cNvPr id="417" name="연결선" descr="연결선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7834022" y="1151824"/>
            <a:ext cx="5832800" cy="1227161"/>
          </a:xfrm>
          <a:prstGeom prst="rect">
            <a:avLst/>
          </a:prstGeom>
        </p:spPr>
      </p:pic>
      <p:pic>
        <p:nvPicPr>
          <p:cNvPr id="419" name="연결선" descr="연결선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834022" y="1291145"/>
            <a:ext cx="7688014" cy="5202086"/>
          </a:xfrm>
          <a:prstGeom prst="rect">
            <a:avLst/>
          </a:prstGeom>
        </p:spPr>
      </p:pic>
      <p:sp>
        <p:nvSpPr>
          <p:cNvPr id="395" name="Component"/>
          <p:cNvSpPr txBox="1"/>
          <p:nvPr/>
        </p:nvSpPr>
        <p:spPr>
          <a:xfrm>
            <a:off x="2611629" y="-39248"/>
            <a:ext cx="5260494" cy="182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1800">
                <a:latin typeface="나눔손글씨 붓"/>
                <a:ea typeface="나눔손글씨 붓"/>
                <a:cs typeface="나눔손글씨 붓"/>
                <a:sym typeface="나눔손글씨 붓"/>
              </a:defRPr>
            </a:lvl1pPr>
          </a:lstStyle>
          <a:p>
            <a:pPr/>
            <a:r>
              <a:t>Component</a:t>
            </a:r>
          </a:p>
        </p:txBody>
      </p:sp>
      <p:sp>
        <p:nvSpPr>
          <p:cNvPr id="396" name="&lt;template&gt;…"/>
          <p:cNvSpPr txBox="1"/>
          <p:nvPr/>
        </p:nvSpPr>
        <p:spPr>
          <a:xfrm>
            <a:off x="2944497" y="3641374"/>
            <a:ext cx="5182425" cy="883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&lt;template&gt;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&lt;div </a:t>
            </a:r>
            <a:r>
              <a:rPr>
                <a:solidFill>
                  <a:srgbClr val="BABABA"/>
                </a:solidFill>
              </a:rPr>
              <a:t>id</a:t>
            </a:r>
            <a:r>
              <a:rPr>
                <a:solidFill>
                  <a:srgbClr val="A5C261"/>
                </a:solidFill>
              </a:rPr>
              <a:t>="app"</a:t>
            </a:r>
            <a:r>
              <a:t>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&lt;h1 </a:t>
            </a:r>
            <a:r>
              <a:rPr>
                <a:solidFill>
                  <a:srgbClr val="BABABA"/>
                </a:solidFill>
              </a:rPr>
              <a:t>class</a:t>
            </a:r>
            <a:r>
              <a:rPr>
                <a:solidFill>
                  <a:srgbClr val="A5C261"/>
                </a:solidFill>
              </a:rPr>
              <a:t>="ed-title"</a:t>
            </a:r>
            <a:r>
              <a:t>&gt;</a:t>
            </a:r>
            <a:r>
              <a:rPr>
                <a:solidFill>
                  <a:srgbClr val="A9B7C6"/>
                </a:solidFill>
              </a:rPr>
              <a:t>Add Thread</a:t>
            </a:r>
            <a:r>
              <a:t>&lt;/h1&gt;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&lt;v-card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BABABA"/>
                </a:solidFill>
              </a:rPr>
              <a:t>width</a:t>
            </a:r>
            <a:r>
              <a:rPr>
                <a:solidFill>
                  <a:srgbClr val="A5C261"/>
                </a:solidFill>
              </a:rPr>
              <a:t>="324"</a:t>
            </a:r>
            <a:endParaRPr>
              <a:solidFill>
                <a:srgbClr val="A5C26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BABABA"/>
                </a:solidFill>
              </a:rPr>
              <a:t>height</a:t>
            </a:r>
            <a:r>
              <a:t>="384"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BABABA"/>
                </a:solidFill>
              </a:rPr>
              <a:t>color</a:t>
            </a:r>
            <a:r>
              <a:t>="#b4dfea"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BABABA"/>
                </a:solidFill>
              </a:rPr>
              <a:t>class</a:t>
            </a:r>
            <a:r>
              <a:t>="mx-auto mt-5 rounded-xl"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E8BF6B"/>
                </a:solidFill>
              </a:rPr>
              <a:t>&gt;</a:t>
            </a:r>
            <a:endParaRPr>
              <a:solidFill>
                <a:srgbClr val="E8BF6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&lt;v-card-text&gt;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&lt;v-form&gt;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</a:t>
            </a:r>
            <a:r>
              <a:rPr>
                <a:solidFill>
                  <a:srgbClr val="808080"/>
                </a:solidFill>
              </a:rPr>
              <a:t>&lt;!-- Title --&gt;</a:t>
            </a:r>
            <a:endParaRPr>
              <a:solidFill>
                <a:srgbClr val="808080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808080"/>
                </a:solidFill>
              </a:rPr>
              <a:t>                        </a:t>
            </a:r>
            <a:r>
              <a:rPr>
                <a:solidFill>
                  <a:srgbClr val="E8BF6B"/>
                </a:solidFill>
              </a:rPr>
              <a:t>&lt;v-text-field </a:t>
            </a:r>
            <a:r>
              <a:t>solo rounded dense placeholder</a:t>
            </a:r>
            <a:r>
              <a:rPr>
                <a:solidFill>
                  <a:srgbClr val="A5C261"/>
                </a:solidFill>
              </a:rPr>
              <a:t>="Title" </a:t>
            </a:r>
            <a:r>
              <a:t>v-model</a:t>
            </a:r>
            <a:r>
              <a:rPr>
                <a:solidFill>
                  <a:srgbClr val="A5C261"/>
                </a:solidFill>
              </a:rPr>
              <a:t>="</a:t>
            </a:r>
            <a:r>
              <a:rPr>
                <a:solidFill>
                  <a:srgbClr val="9876AA"/>
                </a:solidFill>
              </a:rPr>
              <a:t>title</a:t>
            </a:r>
            <a:r>
              <a:rPr>
                <a:solidFill>
                  <a:srgbClr val="A5C261"/>
                </a:solidFill>
              </a:rPr>
              <a:t>"</a:t>
            </a:r>
            <a:r>
              <a:rPr>
                <a:solidFill>
                  <a:srgbClr val="E8BF6B"/>
                </a:solidFill>
              </a:rPr>
              <a:t>/&gt;</a:t>
            </a:r>
            <a:endParaRPr>
              <a:solidFill>
                <a:srgbClr val="E8BF6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</a:t>
            </a:r>
            <a:r>
              <a:rPr>
                <a:solidFill>
                  <a:srgbClr val="808080"/>
                </a:solidFill>
              </a:rPr>
              <a:t>&lt;!-- Description --&gt;</a:t>
            </a:r>
            <a:endParaRPr>
              <a:solidFill>
                <a:srgbClr val="808080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80808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</a:t>
            </a:r>
            <a:r>
              <a:rPr>
                <a:solidFill>
                  <a:srgbClr val="E8BF6B"/>
                </a:solidFill>
              </a:rPr>
              <a:t>&lt;v-textarea</a:t>
            </a:r>
            <a:endParaRPr>
              <a:solidFill>
                <a:srgbClr val="E8BF6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</a:t>
            </a:r>
            <a:r>
              <a:rPr>
                <a:solidFill>
                  <a:srgbClr val="BABABA"/>
                </a:solidFill>
              </a:rPr>
              <a:t>solo</a:t>
            </a:r>
            <a:endParaRPr>
              <a:solidFill>
                <a:srgbClr val="BABABA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name</a:t>
            </a:r>
            <a:r>
              <a:rPr>
                <a:solidFill>
                  <a:srgbClr val="A5C261"/>
                </a:solidFill>
              </a:rPr>
              <a:t>="input-7-4"</a:t>
            </a:r>
            <a:endParaRPr>
              <a:solidFill>
                <a:srgbClr val="A5C26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</a:t>
            </a:r>
            <a:r>
              <a:rPr>
                <a:solidFill>
                  <a:srgbClr val="BABABA"/>
                </a:solidFill>
              </a:rPr>
              <a:t>placeholder</a:t>
            </a:r>
            <a:r>
              <a:t>="Description"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</a:t>
            </a:r>
            <a:r>
              <a:rPr>
                <a:solidFill>
                  <a:srgbClr val="BABABA"/>
                </a:solidFill>
              </a:rPr>
              <a:t>rounded</a:t>
            </a:r>
            <a:endParaRPr>
              <a:solidFill>
                <a:srgbClr val="BABABA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rows</a:t>
            </a:r>
            <a:r>
              <a:rPr>
                <a:solidFill>
                  <a:srgbClr val="A5C261"/>
                </a:solidFill>
              </a:rPr>
              <a:t>="7"</a:t>
            </a:r>
            <a:endParaRPr>
              <a:solidFill>
                <a:srgbClr val="A5C26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</a:t>
            </a:r>
            <a:r>
              <a:rPr>
                <a:solidFill>
                  <a:srgbClr val="BABABA"/>
                </a:solidFill>
              </a:rPr>
              <a:t>v-model</a:t>
            </a:r>
            <a:r>
              <a:t>="</a:t>
            </a:r>
            <a:r>
              <a:rPr>
                <a:solidFill>
                  <a:srgbClr val="9876AA"/>
                </a:solidFill>
              </a:rPr>
              <a:t>description</a:t>
            </a:r>
            <a:r>
              <a:t>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</a:t>
            </a:r>
            <a:r>
              <a:rPr>
                <a:solidFill>
                  <a:srgbClr val="E8BF6B"/>
                </a:solidFill>
              </a:rPr>
              <a:t>&gt;&lt;/v-textarea&gt;</a:t>
            </a:r>
            <a:endParaRPr>
              <a:solidFill>
                <a:srgbClr val="E8BF6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&lt;/v-form&gt;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&lt;v-card-actions&gt;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E8BF6B"/>
                </a:solidFill>
              </a:rPr>
              <a:t>                    &lt;v-btn </a:t>
            </a:r>
            <a:r>
              <a:rPr>
                <a:solidFill>
                  <a:srgbClr val="BABABA"/>
                </a:solidFill>
              </a:rPr>
              <a:t>color</a:t>
            </a:r>
            <a:r>
              <a:t>="#ffc980" </a:t>
            </a:r>
            <a:r>
              <a:rPr>
                <a:solidFill>
                  <a:srgbClr val="BABABA"/>
                </a:solidFill>
              </a:rPr>
              <a:t>width</a:t>
            </a:r>
            <a:r>
              <a:t>="100" </a:t>
            </a:r>
            <a:r>
              <a:rPr>
                <a:solidFill>
                  <a:srgbClr val="BABABA"/>
                </a:solidFill>
              </a:rPr>
              <a:t>class</a:t>
            </a:r>
            <a:r>
              <a:t>="rounded-card login-btn-1" </a:t>
            </a:r>
            <a:r>
              <a:rPr>
                <a:solidFill>
                  <a:srgbClr val="BABABA"/>
                </a:solidFill>
              </a:rPr>
              <a:t>rounded</a:t>
            </a:r>
            <a:endParaRPr>
              <a:solidFill>
                <a:srgbClr val="BABABA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</a:t>
            </a:r>
            <a:r>
              <a:rPr>
                <a:solidFill>
                  <a:srgbClr val="9876AA"/>
                </a:solidFill>
              </a:rPr>
              <a:t>v-on</a:t>
            </a:r>
            <a:r>
              <a:t>:click</a:t>
            </a:r>
            <a:r>
              <a:rPr>
                <a:solidFill>
                  <a:srgbClr val="A5C261"/>
                </a:solidFill>
              </a:rPr>
              <a:t>="</a:t>
            </a:r>
            <a:r>
              <a:rPr>
                <a:solidFill>
                  <a:srgbClr val="A9B7C6"/>
                </a:solidFill>
              </a:rPr>
              <a:t>$store.</a:t>
            </a:r>
            <a:r>
              <a:rPr>
                <a:solidFill>
                  <a:srgbClr val="FFC66E"/>
                </a:solidFill>
              </a:rPr>
              <a:t>commit</a:t>
            </a:r>
            <a:r>
              <a:rPr>
                <a:solidFill>
                  <a:srgbClr val="A9B7C6"/>
                </a:solidFill>
              </a:rPr>
              <a:t>(</a:t>
            </a:r>
            <a:r>
              <a:rPr>
                <a:solidFill>
                  <a:srgbClr val="6A8759"/>
                </a:solidFill>
              </a:rPr>
              <a:t>'setDocState'</a:t>
            </a:r>
            <a:r>
              <a:rPr>
                <a:solidFill>
                  <a:srgbClr val="CC7831"/>
                </a:solidFill>
              </a:rPr>
              <a:t>, </a:t>
            </a:r>
            <a:r>
              <a:rPr>
                <a:solidFill>
                  <a:srgbClr val="6A8759"/>
                </a:solidFill>
              </a:rPr>
              <a:t>'logined'</a:t>
            </a:r>
            <a:r>
              <a:rPr>
                <a:solidFill>
                  <a:srgbClr val="A9B7C6"/>
                </a:solidFill>
              </a:rPr>
              <a:t>)</a:t>
            </a:r>
            <a:r>
              <a:rPr>
                <a:solidFill>
                  <a:srgbClr val="A5C261"/>
                </a:solidFill>
              </a:rPr>
              <a:t>"</a:t>
            </a:r>
            <a:r>
              <a:rPr>
                <a:solidFill>
                  <a:srgbClr val="E8BF6B"/>
                </a:solidFill>
              </a:rPr>
              <a:t>&gt;</a:t>
            </a:r>
            <a:r>
              <a:rPr>
                <a:solidFill>
                  <a:srgbClr val="A9B7C6"/>
                </a:solidFill>
              </a:rPr>
              <a:t>Cancle</a:t>
            </a:r>
            <a:r>
              <a:rPr>
                <a:solidFill>
                  <a:srgbClr val="E8BF6B"/>
                </a:solidFill>
              </a:rPr>
              <a:t>&lt;/v-btn&gt;</a:t>
            </a:r>
            <a:endParaRPr>
              <a:solidFill>
                <a:srgbClr val="E8BF6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&lt;v-spacer&gt;&lt;/v-spacer&gt;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E8BF6B"/>
                </a:solidFill>
              </a:rPr>
              <a:t>                    &lt;v-btn </a:t>
            </a:r>
            <a:r>
              <a:rPr>
                <a:solidFill>
                  <a:srgbClr val="BABABA"/>
                </a:solidFill>
              </a:rPr>
              <a:t>color</a:t>
            </a:r>
            <a:r>
              <a:t>="#ffc980" </a:t>
            </a:r>
            <a:r>
              <a:rPr>
                <a:solidFill>
                  <a:srgbClr val="BABABA"/>
                </a:solidFill>
              </a:rPr>
              <a:t>width</a:t>
            </a:r>
            <a:r>
              <a:t>="100" </a:t>
            </a:r>
            <a:r>
              <a:rPr>
                <a:solidFill>
                  <a:srgbClr val="BABABA"/>
                </a:solidFill>
              </a:rPr>
              <a:t>class</a:t>
            </a:r>
            <a:r>
              <a:t>="rounded-card login-btn-2" </a:t>
            </a:r>
            <a:r>
              <a:rPr>
                <a:solidFill>
                  <a:srgbClr val="BABABA"/>
                </a:solidFill>
              </a:rPr>
              <a:t>rounded</a:t>
            </a:r>
            <a:endParaRPr>
              <a:solidFill>
                <a:srgbClr val="BABABA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</a:t>
            </a:r>
            <a:r>
              <a:rPr>
                <a:solidFill>
                  <a:srgbClr val="9876AA"/>
                </a:solidFill>
              </a:rPr>
              <a:t>v-on</a:t>
            </a:r>
            <a:r>
              <a:t>:click</a:t>
            </a:r>
            <a:r>
              <a:rPr>
                <a:solidFill>
                  <a:srgbClr val="A5C261"/>
                </a:solidFill>
              </a:rPr>
              <a:t>="</a:t>
            </a:r>
            <a:endParaRPr>
              <a:solidFill>
                <a:srgbClr val="A5C26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</a:t>
            </a:r>
            <a:r>
              <a:rPr>
                <a:solidFill>
                  <a:srgbClr val="A9B7C6"/>
                </a:solidFill>
              </a:rPr>
              <a:t>$store.</a:t>
            </a:r>
            <a:r>
              <a:rPr>
                <a:solidFill>
                  <a:srgbClr val="FFC66E"/>
                </a:solidFill>
              </a:rPr>
              <a:t>commit</a:t>
            </a:r>
            <a:r>
              <a:rPr>
                <a:solidFill>
                  <a:srgbClr val="A9B7C6"/>
                </a:solidFill>
              </a:rPr>
              <a:t>(</a:t>
            </a:r>
            <a:r>
              <a:rPr>
                <a:solidFill>
                  <a:srgbClr val="6A8759"/>
                </a:solidFill>
              </a:rPr>
              <a:t>'setTitle'</a:t>
            </a:r>
            <a:r>
              <a:rPr>
                <a:solidFill>
                  <a:srgbClr val="CC7831"/>
                </a:solidFill>
              </a:rPr>
              <a:t>, </a:t>
            </a:r>
            <a:r>
              <a:rPr>
                <a:solidFill>
                  <a:srgbClr val="9876AA"/>
                </a:solidFill>
              </a:rPr>
              <a:t>title</a:t>
            </a:r>
            <a:r>
              <a:rPr>
                <a:solidFill>
                  <a:srgbClr val="A9B7C6"/>
                </a:solidFill>
              </a:rPr>
              <a:t>)</a:t>
            </a:r>
            <a:r>
              <a:rPr>
                <a:solidFill>
                  <a:srgbClr val="CC7831"/>
                </a:solidFill>
              </a:rPr>
              <a:t>;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</a:t>
            </a:r>
            <a:r>
              <a:rPr>
                <a:solidFill>
                  <a:srgbClr val="A9B7C6"/>
                </a:solidFill>
              </a:rPr>
              <a:t>$store.</a:t>
            </a:r>
            <a:r>
              <a:rPr>
                <a:solidFill>
                  <a:srgbClr val="FFC66E"/>
                </a:solidFill>
              </a:rPr>
              <a:t>commit</a:t>
            </a:r>
            <a:r>
              <a:rPr>
                <a:solidFill>
                  <a:srgbClr val="A9B7C6"/>
                </a:solidFill>
              </a:rPr>
              <a:t>(</a:t>
            </a:r>
            <a:r>
              <a:rPr>
                <a:solidFill>
                  <a:srgbClr val="6A8759"/>
                </a:solidFill>
              </a:rPr>
              <a:t>'setDescription'</a:t>
            </a:r>
            <a:r>
              <a:t>, </a:t>
            </a:r>
            <a:r>
              <a:rPr>
                <a:solidFill>
                  <a:srgbClr val="9876AA"/>
                </a:solidFill>
              </a:rPr>
              <a:t>description</a:t>
            </a:r>
            <a:r>
              <a:rPr>
                <a:solidFill>
                  <a:srgbClr val="A9B7C6"/>
                </a:solidFill>
              </a:rPr>
              <a:t>)</a:t>
            </a:r>
            <a:r>
              <a:t>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</a:t>
            </a:r>
            <a:r>
              <a:rPr>
                <a:solidFill>
                  <a:srgbClr val="A9B7C6"/>
                </a:solidFill>
              </a:rPr>
              <a:t>$store.</a:t>
            </a:r>
            <a:r>
              <a:rPr>
                <a:solidFill>
                  <a:srgbClr val="FFC66E"/>
                </a:solidFill>
              </a:rPr>
              <a:t>commit</a:t>
            </a:r>
            <a:r>
              <a:rPr>
                <a:solidFill>
                  <a:srgbClr val="A9B7C6"/>
                </a:solidFill>
              </a:rPr>
              <a:t>(</a:t>
            </a:r>
            <a:r>
              <a:rPr>
                <a:solidFill>
                  <a:srgbClr val="6A8759"/>
                </a:solidFill>
              </a:rPr>
              <a:t>'setDocState'</a:t>
            </a:r>
            <a:r>
              <a:t>, </a:t>
            </a:r>
            <a:r>
              <a:rPr>
                <a:solidFill>
                  <a:srgbClr val="6A8759"/>
                </a:solidFill>
              </a:rPr>
              <a:t>'logined'</a:t>
            </a:r>
            <a:r>
              <a:rPr>
                <a:solidFill>
                  <a:srgbClr val="A9B7C6"/>
                </a:solidFill>
              </a:rPr>
              <a:t>)</a:t>
            </a:r>
            <a:r>
              <a:t>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</a:t>
            </a:r>
            <a:r>
              <a:rPr>
                <a:solidFill>
                  <a:srgbClr val="FFC66E"/>
                </a:solidFill>
              </a:rPr>
              <a:t>fetchData</a:t>
            </a:r>
            <a:r>
              <a:rPr>
                <a:solidFill>
                  <a:srgbClr val="A9B7C6"/>
                </a:solidFill>
              </a:rPr>
              <a:t>()</a:t>
            </a:r>
            <a:r>
              <a:t>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</a:t>
            </a:r>
            <a:r>
              <a:rPr>
                <a:solidFill>
                  <a:srgbClr val="A5C261"/>
                </a:solidFill>
              </a:rPr>
              <a:t>"</a:t>
            </a:r>
            <a:r>
              <a:rPr>
                <a:solidFill>
                  <a:srgbClr val="E8BF6B"/>
                </a:solidFill>
              </a:rPr>
              <a:t>&gt;</a:t>
            </a:r>
            <a:r>
              <a:rPr>
                <a:solidFill>
                  <a:srgbClr val="A9B7C6"/>
                </a:solidFill>
              </a:rPr>
              <a:t>Post</a:t>
            </a:r>
            <a:r>
              <a:rPr>
                <a:solidFill>
                  <a:srgbClr val="E8BF6B"/>
                </a:solidFill>
              </a:rPr>
              <a:t>&lt;/v-btn&gt;</a:t>
            </a:r>
            <a:endParaRPr>
              <a:solidFill>
                <a:srgbClr val="E8BF6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&lt;/v-card-actions&gt;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&lt;/v-card-text&gt;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&lt;/v-card&gt;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&lt;div /&gt;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&lt;/div&gt;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&lt;/template&gt;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&lt;script&gt;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E8BF6B"/>
                </a:solidFill>
              </a:rPr>
              <a:t>    </a:t>
            </a:r>
            <a:r>
              <a:t>export default </a:t>
            </a:r>
            <a:r>
              <a:rPr>
                <a:solidFill>
                  <a:srgbClr val="A9B7C6"/>
                </a:solidFill>
              </a:rPr>
              <a:t>{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6A87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A9B7C6"/>
                </a:solidFill>
              </a:rPr>
              <a:t>        </a:t>
            </a:r>
            <a:r>
              <a:rPr>
                <a:solidFill>
                  <a:srgbClr val="9876AA"/>
                </a:solidFill>
              </a:rPr>
              <a:t>name</a:t>
            </a:r>
            <a:r>
              <a:rPr>
                <a:solidFill>
                  <a:srgbClr val="A9B7C6"/>
                </a:solidFill>
              </a:rPr>
              <a:t>: </a:t>
            </a:r>
            <a:r>
              <a:t>"AddThread"</a:t>
            </a:r>
            <a:r>
              <a:rPr>
                <a:solidFill>
                  <a:srgbClr val="CC7831"/>
                </a:solidFill>
              </a:rPr>
              <a:t>,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FFC66E"/>
                </a:solidFill>
              </a:rPr>
              <a:t>data</a:t>
            </a:r>
            <a:r>
              <a:rPr>
                <a:solidFill>
                  <a:srgbClr val="A9B7C6"/>
                </a:solidFill>
              </a:rPr>
              <a:t>() {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CC7831"/>
                </a:solidFill>
              </a:rPr>
              <a:t>return</a:t>
            </a:r>
            <a:r>
              <a:t>{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9876AA"/>
                </a:solidFill>
              </a:rPr>
              <a:t>title</a:t>
            </a:r>
            <a:r>
              <a:t>: </a:t>
            </a:r>
            <a:r>
              <a:rPr>
                <a:solidFill>
                  <a:srgbClr val="6A8759"/>
                </a:solidFill>
              </a:rPr>
              <a:t>''</a:t>
            </a:r>
            <a:r>
              <a:rPr>
                <a:solidFill>
                  <a:srgbClr val="CC7831"/>
                </a:solidFill>
              </a:rPr>
              <a:t>,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9876AA"/>
                </a:solidFill>
              </a:rPr>
              <a:t>description</a:t>
            </a:r>
            <a:r>
              <a:rPr>
                <a:solidFill>
                  <a:srgbClr val="A9B7C6"/>
                </a:solidFill>
              </a:rPr>
              <a:t>: </a:t>
            </a:r>
            <a:r>
              <a:rPr>
                <a:solidFill>
                  <a:srgbClr val="6A8759"/>
                </a:solidFill>
              </a:rPr>
              <a:t>''</a:t>
            </a:r>
            <a:endParaRPr>
              <a:solidFill>
                <a:srgbClr val="6A8759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6A87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A9B7C6"/>
                </a:solidFill>
              </a:rPr>
              <a:t>}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}</a:t>
            </a:r>
            <a:r>
              <a:rPr>
                <a:solidFill>
                  <a:srgbClr val="CC7831"/>
                </a:solidFill>
              </a:rPr>
              <a:t>,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876AA"/>
                </a:solidFill>
              </a:rPr>
              <a:t>methods</a:t>
            </a:r>
            <a:r>
              <a:rPr>
                <a:solidFill>
                  <a:srgbClr val="A9B7C6"/>
                </a:solidFill>
              </a:rPr>
              <a:t>: {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FFC66E"/>
                </a:solidFill>
              </a:rPr>
              <a:t>fetchData</a:t>
            </a:r>
            <a:r>
              <a:t>: </a:t>
            </a:r>
            <a:r>
              <a:rPr>
                <a:solidFill>
                  <a:srgbClr val="CC7831"/>
                </a:solidFill>
              </a:rPr>
              <a:t>function</a:t>
            </a:r>
            <a:r>
              <a:t>() {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CC7831"/>
                </a:solidFill>
              </a:rPr>
              <a:t>this</a:t>
            </a:r>
            <a:r>
              <a:t>.</a:t>
            </a:r>
            <a:r>
              <a:rPr>
                <a:solidFill>
                  <a:srgbClr val="9876AA"/>
                </a:solidFill>
              </a:rPr>
              <a:t>$http</a:t>
            </a:r>
            <a:r>
              <a:t>.</a:t>
            </a:r>
            <a:r>
              <a:rPr>
                <a:solidFill>
                  <a:srgbClr val="FFC66E"/>
                </a:solidFill>
              </a:rPr>
              <a:t>post</a:t>
            </a:r>
            <a:r>
              <a:t>(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</a:t>
            </a:r>
            <a:r>
              <a:rPr>
                <a:solidFill>
                  <a:srgbClr val="CC7831"/>
                </a:solidFill>
              </a:rPr>
              <a:t>this</a:t>
            </a:r>
            <a:r>
              <a:t>.$store.</a:t>
            </a:r>
            <a:r>
              <a:rPr>
                <a:solidFill>
                  <a:srgbClr val="9876AA"/>
                </a:solidFill>
              </a:rPr>
              <a:t>state</a:t>
            </a:r>
            <a:r>
              <a:t>.</a:t>
            </a:r>
            <a:r>
              <a:rPr>
                <a:solidFill>
                  <a:srgbClr val="9876AA"/>
                </a:solidFill>
              </a:rPr>
              <a:t>baseUrl </a:t>
            </a:r>
            <a:r>
              <a:t>+ </a:t>
            </a:r>
            <a:r>
              <a:rPr>
                <a:solidFill>
                  <a:srgbClr val="6A8759"/>
                </a:solidFill>
              </a:rPr>
              <a:t>'threads/'</a:t>
            </a:r>
            <a:r>
              <a:rPr>
                <a:solidFill>
                  <a:srgbClr val="CC7831"/>
                </a:solidFill>
              </a:rPr>
              <a:t>,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</a:t>
            </a:r>
            <a:r>
              <a:rPr>
                <a:solidFill>
                  <a:srgbClr val="A9B7C6"/>
                </a:solidFill>
              </a:rPr>
              <a:t>{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</a:t>
            </a:r>
            <a:r>
              <a:rPr>
                <a:solidFill>
                  <a:srgbClr val="9876AA"/>
                </a:solidFill>
              </a:rPr>
              <a:t>title </a:t>
            </a:r>
            <a:r>
              <a:t>: </a:t>
            </a:r>
            <a:r>
              <a:rPr>
                <a:solidFill>
                  <a:srgbClr val="CC7831"/>
                </a:solidFill>
              </a:rPr>
              <a:t>this</a:t>
            </a:r>
            <a:r>
              <a:t>.$store.</a:t>
            </a:r>
            <a:r>
              <a:rPr>
                <a:solidFill>
                  <a:srgbClr val="9876AA"/>
                </a:solidFill>
              </a:rPr>
              <a:t>state</a:t>
            </a:r>
            <a:r>
              <a:t>.</a:t>
            </a:r>
            <a:r>
              <a:rPr>
                <a:solidFill>
                  <a:srgbClr val="9876AA"/>
                </a:solidFill>
              </a:rPr>
              <a:t>title</a:t>
            </a:r>
            <a:r>
              <a:rPr>
                <a:solidFill>
                  <a:srgbClr val="CC7831"/>
                </a:solidFill>
              </a:rPr>
              <a:t>,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</a:t>
            </a:r>
            <a:r>
              <a:rPr>
                <a:solidFill>
                  <a:srgbClr val="9876AA"/>
                </a:solidFill>
              </a:rPr>
              <a:t>description </a:t>
            </a:r>
            <a:r>
              <a:rPr>
                <a:solidFill>
                  <a:srgbClr val="A9B7C6"/>
                </a:solidFill>
              </a:rPr>
              <a:t>: </a:t>
            </a:r>
            <a:r>
              <a:t>this</a:t>
            </a:r>
            <a:r>
              <a:rPr>
                <a:solidFill>
                  <a:srgbClr val="A9B7C6"/>
                </a:solidFill>
              </a:rPr>
              <a:t>.$store.</a:t>
            </a:r>
            <a:r>
              <a:rPr>
                <a:solidFill>
                  <a:srgbClr val="9876AA"/>
                </a:solidFill>
              </a:rPr>
              <a:t>state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9876AA"/>
                </a:solidFill>
              </a:rPr>
              <a:t>description</a:t>
            </a:r>
            <a:endParaRPr>
              <a:solidFill>
                <a:srgbClr val="9876AA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9876A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</a:t>
            </a:r>
            <a:r>
              <a:rPr>
                <a:solidFill>
                  <a:srgbClr val="A9B7C6"/>
                </a:solidFill>
              </a:rPr>
              <a:t>}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.</a:t>
            </a:r>
            <a:r>
              <a:rPr>
                <a:solidFill>
                  <a:srgbClr val="FFC66E"/>
                </a:solidFill>
              </a:rPr>
              <a:t>catch</a:t>
            </a:r>
            <a:r>
              <a:t>(</a:t>
            </a:r>
            <a:r>
              <a:rPr>
                <a:solidFill>
                  <a:srgbClr val="CC7831"/>
                </a:solidFill>
              </a:rPr>
              <a:t>function</a:t>
            </a:r>
            <a:r>
              <a:t>(error) {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</a:t>
            </a:r>
            <a:r>
              <a:rPr b="1" i="1">
                <a:solidFill>
                  <a:srgbClr val="9876AA"/>
                </a:solidFill>
              </a:rPr>
              <a:t>console</a:t>
            </a:r>
            <a:r>
              <a:t>.</a:t>
            </a:r>
            <a:r>
              <a:rPr>
                <a:solidFill>
                  <a:srgbClr val="FFC66E"/>
                </a:solidFill>
              </a:rPr>
              <a:t>log</a:t>
            </a:r>
            <a:r>
              <a:t>(error)</a:t>
            </a:r>
            <a:r>
              <a:rPr>
                <a:solidFill>
                  <a:srgbClr val="CC7831"/>
                </a:solidFill>
              </a:rPr>
              <a:t>;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</a:t>
            </a:r>
            <a:r>
              <a:rPr>
                <a:solidFill>
                  <a:srgbClr val="A9B7C6"/>
                </a:solidFill>
              </a:rPr>
              <a:t>}).</a:t>
            </a:r>
            <a:r>
              <a:rPr>
                <a:solidFill>
                  <a:srgbClr val="FFC66E"/>
                </a:solidFill>
              </a:rPr>
              <a:t>then</a:t>
            </a:r>
            <a:r>
              <a:rPr>
                <a:solidFill>
                  <a:srgbClr val="A9B7C6"/>
                </a:solidFill>
              </a:rPr>
              <a:t>(</a:t>
            </a:r>
            <a:r>
              <a:t>this</a:t>
            </a:r>
            <a:r>
              <a:rPr>
                <a:solidFill>
                  <a:srgbClr val="A9B7C6"/>
                </a:solidFill>
              </a:rPr>
              <a:t>.$store.</a:t>
            </a:r>
            <a:r>
              <a:rPr>
                <a:solidFill>
                  <a:srgbClr val="FFC66E"/>
                </a:solidFill>
              </a:rPr>
              <a:t>commit</a:t>
            </a:r>
            <a:r>
              <a:rPr>
                <a:solidFill>
                  <a:srgbClr val="A9B7C6"/>
                </a:solidFill>
              </a:rPr>
              <a:t>(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</a:t>
            </a:r>
            <a:r>
              <a:rPr>
                <a:solidFill>
                  <a:srgbClr val="6A8759"/>
                </a:solidFill>
              </a:rPr>
              <a:t>'addThread'</a:t>
            </a:r>
            <a:r>
              <a:rPr>
                <a:solidFill>
                  <a:srgbClr val="CC7831"/>
                </a:solidFill>
              </a:rPr>
              <a:t>, </a:t>
            </a:r>
            <a:r>
              <a:t>{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</a:t>
            </a:r>
            <a:r>
              <a:rPr>
                <a:solidFill>
                  <a:srgbClr val="9876AA"/>
                </a:solidFill>
              </a:rPr>
              <a:t>title</a:t>
            </a:r>
            <a:r>
              <a:t>: </a:t>
            </a:r>
            <a:r>
              <a:rPr>
                <a:solidFill>
                  <a:srgbClr val="CC7831"/>
                </a:solidFill>
              </a:rPr>
              <a:t>this</a:t>
            </a:r>
            <a:r>
              <a:t>.$store.</a:t>
            </a:r>
            <a:r>
              <a:rPr>
                <a:solidFill>
                  <a:srgbClr val="9876AA"/>
                </a:solidFill>
              </a:rPr>
              <a:t>state</a:t>
            </a:r>
            <a:r>
              <a:t>.</a:t>
            </a:r>
            <a:r>
              <a:rPr>
                <a:solidFill>
                  <a:srgbClr val="9876AA"/>
                </a:solidFill>
              </a:rPr>
              <a:t>title</a:t>
            </a:r>
            <a:r>
              <a:rPr>
                <a:solidFill>
                  <a:srgbClr val="CC7831"/>
                </a:solidFill>
              </a:rPr>
              <a:t>,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</a:t>
            </a:r>
            <a:r>
              <a:rPr>
                <a:solidFill>
                  <a:srgbClr val="9876AA"/>
                </a:solidFill>
              </a:rPr>
              <a:t>description</a:t>
            </a:r>
            <a:r>
              <a:rPr>
                <a:solidFill>
                  <a:srgbClr val="A9B7C6"/>
                </a:solidFill>
              </a:rPr>
              <a:t>: </a:t>
            </a:r>
            <a:r>
              <a:t>this</a:t>
            </a:r>
            <a:r>
              <a:rPr>
                <a:solidFill>
                  <a:srgbClr val="A9B7C6"/>
                </a:solidFill>
              </a:rPr>
              <a:t>.$store.</a:t>
            </a:r>
            <a:r>
              <a:rPr>
                <a:solidFill>
                  <a:srgbClr val="9876AA"/>
                </a:solidFill>
              </a:rPr>
              <a:t>state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9876AA"/>
                </a:solidFill>
              </a:rPr>
              <a:t>description</a:t>
            </a:r>
            <a:endParaRPr>
              <a:solidFill>
                <a:srgbClr val="9876AA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9876A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</a:t>
            </a:r>
            <a:r>
              <a:rPr>
                <a:solidFill>
                  <a:srgbClr val="A9B7C6"/>
                </a:solidFill>
              </a:rPr>
              <a:t>}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)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)</a:t>
            </a:r>
            <a:r>
              <a:rPr>
                <a:solidFill>
                  <a:srgbClr val="CC7831"/>
                </a:solidFill>
              </a:rPr>
              <a:t>;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A9B7C6"/>
                </a:solidFill>
              </a:rPr>
              <a:t>}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&lt;/script&gt;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&lt;style </a:t>
            </a:r>
            <a:r>
              <a:rPr>
                <a:solidFill>
                  <a:srgbClr val="BABABA"/>
                </a:solidFill>
              </a:rPr>
              <a:t>scoped</a:t>
            </a:r>
            <a:r>
              <a:t>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A9B7C6"/>
                </a:solidFill>
              </a:rPr>
              <a:t>.</a:t>
            </a:r>
            <a:r>
              <a:t>ed-title</a:t>
            </a:r>
            <a:r>
              <a:rPr>
                <a:solidFill>
                  <a:srgbClr val="A9B7C6"/>
                </a:solidFill>
              </a:rPr>
              <a:t>{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BABABA"/>
                </a:solidFill>
              </a:rPr>
              <a:t>color</a:t>
            </a:r>
            <a:r>
              <a:t>: </a:t>
            </a:r>
            <a:r>
              <a:rPr>
                <a:solidFill>
                  <a:srgbClr val="6897BB"/>
                </a:solidFill>
              </a:rPr>
              <a:t>#707070</a:t>
            </a:r>
            <a:r>
              <a:rPr>
                <a:solidFill>
                  <a:srgbClr val="CC7831"/>
                </a:solidFill>
              </a:rPr>
              <a:t>;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CC7831"/>
                </a:solidFill>
              </a:rPr>
              <a:t>        </a:t>
            </a:r>
            <a:r>
              <a:t>margin-left</a:t>
            </a:r>
            <a:r>
              <a:rPr>
                <a:solidFill>
                  <a:srgbClr val="A9B7C6"/>
                </a:solidFill>
              </a:rPr>
              <a:t>: </a:t>
            </a:r>
            <a:r>
              <a:rPr>
                <a:solidFill>
                  <a:srgbClr val="6897BB"/>
                </a:solidFill>
              </a:rPr>
              <a:t>5</a:t>
            </a:r>
            <a:r>
              <a:rPr>
                <a:solidFill>
                  <a:srgbClr val="A9B7C6"/>
                </a:solidFill>
              </a:rPr>
              <a:t>%</a:t>
            </a:r>
            <a:r>
              <a:rPr>
                <a:solidFill>
                  <a:srgbClr val="CC7831"/>
                </a:solidFill>
              </a:rPr>
              <a:t>;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A9B7C6"/>
                </a:solidFill>
              </a:rPr>
              <a:t>}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&lt;/style&gt;</a:t>
            </a:r>
          </a:p>
        </p:txBody>
      </p:sp>
      <p:sp>
        <p:nvSpPr>
          <p:cNvPr id="397" name="&lt;template&gt;…"/>
          <p:cNvSpPr txBox="1"/>
          <p:nvPr/>
        </p:nvSpPr>
        <p:spPr>
          <a:xfrm>
            <a:off x="2944497" y="3488974"/>
            <a:ext cx="9770412" cy="914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&lt;template&gt;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&lt;div&gt;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&lt;v-card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BABABA"/>
                </a:solidFill>
              </a:rPr>
              <a:t>max-width</a:t>
            </a:r>
            <a:r>
              <a:rPr>
                <a:solidFill>
                  <a:srgbClr val="A5C261"/>
                </a:solidFill>
              </a:rPr>
              <a:t>="400"</a:t>
            </a:r>
            <a:endParaRPr>
              <a:solidFill>
                <a:srgbClr val="A5C26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BABABA"/>
                </a:solidFill>
              </a:rPr>
              <a:t>class</a:t>
            </a:r>
            <a:r>
              <a:t>="mx-auto"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E8BF6B"/>
                </a:solidFill>
              </a:rPr>
              <a:t>&gt;</a:t>
            </a:r>
            <a:endParaRPr>
              <a:solidFill>
                <a:srgbClr val="E8BF6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&lt;h1 </a:t>
            </a:r>
            <a:r>
              <a:rPr>
                <a:solidFill>
                  <a:srgbClr val="BABABA"/>
                </a:solidFill>
              </a:rPr>
              <a:t>class</a:t>
            </a:r>
            <a:r>
              <a:rPr>
                <a:solidFill>
                  <a:srgbClr val="A5C261"/>
                </a:solidFill>
              </a:rPr>
              <a:t>="ed-title"</a:t>
            </a:r>
            <a:r>
              <a:t>&gt;</a:t>
            </a:r>
            <a:r>
              <a:rPr>
                <a:solidFill>
                  <a:srgbClr val="A9B7C6"/>
                </a:solidFill>
              </a:rPr>
              <a:t>All Threads</a:t>
            </a:r>
            <a:r>
              <a:t>&lt;/h1&gt;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&lt;transition&gt;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&lt;div </a:t>
            </a:r>
            <a:r>
              <a:rPr>
                <a:solidFill>
                  <a:srgbClr val="BABABA"/>
                </a:solidFill>
              </a:rPr>
              <a:t>v-if</a:t>
            </a:r>
            <a:r>
              <a:rPr>
                <a:solidFill>
                  <a:srgbClr val="A5C261"/>
                </a:solidFill>
              </a:rPr>
              <a:t>="</a:t>
            </a:r>
            <a:r>
              <a:rPr>
                <a:solidFill>
                  <a:srgbClr val="A9B7C6"/>
                </a:solidFill>
              </a:rPr>
              <a:t>$store.</a:t>
            </a:r>
            <a:r>
              <a:rPr>
                <a:solidFill>
                  <a:srgbClr val="9876AA"/>
                </a:solidFill>
              </a:rPr>
              <a:t>state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9876AA"/>
                </a:solidFill>
              </a:rPr>
              <a:t>items</a:t>
            </a:r>
            <a:r>
              <a:rPr>
                <a:solidFill>
                  <a:srgbClr val="A9B7C6"/>
                </a:solidFill>
              </a:rPr>
              <a:t>[</a:t>
            </a:r>
            <a:r>
              <a:rPr>
                <a:solidFill>
                  <a:srgbClr val="6897BB"/>
                </a:solidFill>
              </a:rPr>
              <a:t>0</a:t>
            </a:r>
            <a:r>
              <a:rPr>
                <a:solidFill>
                  <a:srgbClr val="A9B7C6"/>
                </a:solidFill>
              </a:rPr>
              <a:t>].</a:t>
            </a:r>
            <a:r>
              <a:rPr>
                <a:solidFill>
                  <a:srgbClr val="9876AA"/>
                </a:solidFill>
              </a:rPr>
              <a:t>_embedded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9876AA"/>
                </a:solidFill>
              </a:rPr>
              <a:t>threads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9876AA"/>
                </a:solidFill>
              </a:rPr>
              <a:t>length </a:t>
            </a:r>
            <a:r>
              <a:rPr>
                <a:solidFill>
                  <a:srgbClr val="A9B7C6"/>
                </a:solidFill>
              </a:rPr>
              <a:t>&gt; </a:t>
            </a:r>
            <a:r>
              <a:rPr>
                <a:solidFill>
                  <a:srgbClr val="6897BB"/>
                </a:solidFill>
              </a:rPr>
              <a:t>0</a:t>
            </a:r>
            <a:r>
              <a:rPr>
                <a:solidFill>
                  <a:srgbClr val="A5C261"/>
                </a:solidFill>
              </a:rPr>
              <a:t>"</a:t>
            </a:r>
            <a:r>
              <a:t>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&lt;v-container&gt;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&lt;v-row </a:t>
            </a:r>
            <a:r>
              <a:rPr>
                <a:solidFill>
                  <a:srgbClr val="BABABA"/>
                </a:solidFill>
              </a:rPr>
              <a:t>dense</a:t>
            </a:r>
            <a:r>
              <a:t>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&lt;v-col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</a:t>
            </a:r>
            <a:r>
              <a:rPr>
                <a:solidFill>
                  <a:srgbClr val="BABABA"/>
                </a:solidFill>
              </a:rPr>
              <a:t>v-for</a:t>
            </a:r>
            <a:r>
              <a:rPr>
                <a:solidFill>
                  <a:srgbClr val="A5C261"/>
                </a:solidFill>
              </a:rPr>
              <a:t>="</a:t>
            </a:r>
            <a:r>
              <a:rPr>
                <a:solidFill>
                  <a:srgbClr val="A9B7C6"/>
                </a:solidFill>
              </a:rPr>
              <a:t>(item</a:t>
            </a:r>
            <a:r>
              <a:rPr>
                <a:solidFill>
                  <a:srgbClr val="CC7831"/>
                </a:solidFill>
              </a:rPr>
              <a:t>, </a:t>
            </a:r>
            <a:r>
              <a:rPr>
                <a:solidFill>
                  <a:srgbClr val="A9B7C6"/>
                </a:solidFill>
              </a:rPr>
              <a:t>i) </a:t>
            </a:r>
            <a:r>
              <a:rPr>
                <a:solidFill>
                  <a:srgbClr val="CC7831"/>
                </a:solidFill>
              </a:rPr>
              <a:t>in </a:t>
            </a:r>
            <a:r>
              <a:rPr>
                <a:solidFill>
                  <a:srgbClr val="A9B7C6"/>
                </a:solidFill>
              </a:rPr>
              <a:t>$store.</a:t>
            </a:r>
            <a:r>
              <a:rPr>
                <a:solidFill>
                  <a:srgbClr val="9876AA"/>
                </a:solidFill>
              </a:rPr>
              <a:t>state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9876AA"/>
                </a:solidFill>
              </a:rPr>
              <a:t>items</a:t>
            </a:r>
            <a:r>
              <a:rPr>
                <a:solidFill>
                  <a:srgbClr val="A9B7C6"/>
                </a:solidFill>
              </a:rPr>
              <a:t>[</a:t>
            </a:r>
            <a:r>
              <a:rPr>
                <a:solidFill>
                  <a:srgbClr val="6897BB"/>
                </a:solidFill>
              </a:rPr>
              <a:t>0</a:t>
            </a:r>
            <a:r>
              <a:rPr>
                <a:solidFill>
                  <a:srgbClr val="A9B7C6"/>
                </a:solidFill>
              </a:rPr>
              <a:t>].</a:t>
            </a:r>
            <a:r>
              <a:rPr>
                <a:solidFill>
                  <a:srgbClr val="9876AA"/>
                </a:solidFill>
              </a:rPr>
              <a:t>_embedded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9876AA"/>
                </a:solidFill>
              </a:rPr>
              <a:t>threads</a:t>
            </a:r>
            <a:r>
              <a:rPr>
                <a:solidFill>
                  <a:srgbClr val="A5C261"/>
                </a:solidFill>
              </a:rPr>
              <a:t>"</a:t>
            </a:r>
            <a:endParaRPr>
              <a:solidFill>
                <a:srgbClr val="A5C26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</a:t>
            </a:r>
            <a:r>
              <a:rPr>
                <a:solidFill>
                  <a:srgbClr val="BABABA"/>
                </a:solidFill>
              </a:rPr>
              <a:t>:key</a:t>
            </a:r>
            <a:r>
              <a:t>="</a:t>
            </a:r>
            <a:r>
              <a:rPr>
                <a:solidFill>
                  <a:srgbClr val="9876AA"/>
                </a:solidFill>
              </a:rPr>
              <a:t>i</a:t>
            </a:r>
            <a:r>
              <a:t>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</a:t>
            </a:r>
            <a:r>
              <a:rPr>
                <a:solidFill>
                  <a:srgbClr val="BABABA"/>
                </a:solidFill>
              </a:rPr>
              <a:t>cols</a:t>
            </a:r>
            <a:r>
              <a:t>="12"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E8BF6B"/>
                </a:solidFill>
              </a:rPr>
              <a:t>&gt;</a:t>
            </a:r>
            <a:endParaRPr>
              <a:solidFill>
                <a:srgbClr val="E8BF6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&lt;v-card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</a:t>
            </a:r>
            <a:r>
              <a:rPr>
                <a:solidFill>
                  <a:srgbClr val="BABABA"/>
                </a:solidFill>
              </a:rPr>
              <a:t>color</a:t>
            </a:r>
            <a:r>
              <a:rPr>
                <a:solidFill>
                  <a:srgbClr val="A5C261"/>
                </a:solidFill>
              </a:rPr>
              <a:t>="#DBEDDE"</a:t>
            </a:r>
            <a:endParaRPr>
              <a:solidFill>
                <a:srgbClr val="A5C26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</a:t>
            </a:r>
            <a:r>
              <a:rPr>
                <a:solidFill>
                  <a:srgbClr val="BABABA"/>
                </a:solidFill>
              </a:rPr>
              <a:t>dark</a:t>
            </a:r>
            <a:endParaRPr>
              <a:solidFill>
                <a:srgbClr val="BABABA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rounded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</a:t>
            </a:r>
            <a:r>
              <a:rPr>
                <a:solidFill>
                  <a:srgbClr val="E8BF6B"/>
                </a:solidFill>
              </a:rPr>
              <a:t>&gt;</a:t>
            </a:r>
            <a:endParaRPr>
              <a:solidFill>
                <a:srgbClr val="E8BF6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E8BF6B"/>
                </a:solidFill>
              </a:rPr>
              <a:t>                        &lt;div </a:t>
            </a:r>
            <a:r>
              <a:rPr>
                <a:solidFill>
                  <a:srgbClr val="BABABA"/>
                </a:solidFill>
              </a:rPr>
              <a:t>class</a:t>
            </a:r>
            <a:r>
              <a:t>="d-flex flex-no-wrap justify-space-between"</a:t>
            </a:r>
            <a:r>
              <a:rPr>
                <a:solidFill>
                  <a:srgbClr val="E8BF6B"/>
                </a:solidFill>
              </a:rPr>
              <a:t>&gt;</a:t>
            </a:r>
            <a:endParaRPr>
              <a:solidFill>
                <a:srgbClr val="E8BF6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&lt;div&gt;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&lt;transition&gt;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&lt;v-card-title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        </a:t>
            </a:r>
            <a:r>
              <a:rPr>
                <a:solidFill>
                  <a:srgbClr val="BABABA"/>
                </a:solidFill>
              </a:rPr>
              <a:t>v-if</a:t>
            </a:r>
            <a:r>
              <a:rPr>
                <a:solidFill>
                  <a:srgbClr val="A5C261"/>
                </a:solidFill>
              </a:rPr>
              <a:t>="</a:t>
            </a:r>
            <a:r>
              <a:rPr>
                <a:solidFill>
                  <a:srgbClr val="A9B7C6"/>
                </a:solidFill>
              </a:rPr>
              <a:t>item.</a:t>
            </a:r>
            <a:r>
              <a:rPr>
                <a:solidFill>
                  <a:srgbClr val="9876AA"/>
                </a:solidFill>
              </a:rPr>
              <a:t>title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9876AA"/>
                </a:solidFill>
              </a:rPr>
              <a:t>length </a:t>
            </a:r>
            <a:r>
              <a:rPr>
                <a:solidFill>
                  <a:srgbClr val="A9B7C6"/>
                </a:solidFill>
              </a:rPr>
              <a:t>&gt; </a:t>
            </a:r>
            <a:r>
              <a:rPr>
                <a:solidFill>
                  <a:srgbClr val="6897BB"/>
                </a:solidFill>
              </a:rPr>
              <a:t>15</a:t>
            </a:r>
            <a:r>
              <a:rPr>
                <a:solidFill>
                  <a:srgbClr val="A5C261"/>
                </a:solidFill>
              </a:rPr>
              <a:t>"</a:t>
            </a:r>
            <a:endParaRPr>
              <a:solidFill>
                <a:srgbClr val="A5C26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        </a:t>
            </a:r>
            <a:r>
              <a:rPr>
                <a:solidFill>
                  <a:srgbClr val="BABABA"/>
                </a:solidFill>
              </a:rPr>
              <a:t>class</a:t>
            </a:r>
            <a:r>
              <a:t>="headline"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        </a:t>
            </a:r>
            <a:r>
              <a:rPr>
                <a:solidFill>
                  <a:srgbClr val="BABABA"/>
                </a:solidFill>
              </a:rPr>
              <a:t>v-text</a:t>
            </a:r>
            <a:r>
              <a:t>="</a:t>
            </a:r>
            <a:r>
              <a:rPr>
                <a:solidFill>
                  <a:srgbClr val="A9B7C6"/>
                </a:solidFill>
              </a:rPr>
              <a:t>item.</a:t>
            </a:r>
            <a:r>
              <a:rPr>
                <a:solidFill>
                  <a:srgbClr val="9876AA"/>
                </a:solidFill>
              </a:rPr>
              <a:t>title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FFC66E"/>
                </a:solidFill>
              </a:rPr>
              <a:t>substring</a:t>
            </a:r>
            <a:r>
              <a:rPr>
                <a:solidFill>
                  <a:srgbClr val="A9B7C6"/>
                </a:solidFill>
              </a:rPr>
              <a:t>(</a:t>
            </a:r>
            <a:r>
              <a:rPr>
                <a:solidFill>
                  <a:srgbClr val="6897BB"/>
                </a:solidFill>
              </a:rPr>
              <a:t>0</a:t>
            </a:r>
            <a:r>
              <a:rPr>
                <a:solidFill>
                  <a:srgbClr val="CC7831"/>
                </a:solidFill>
              </a:rPr>
              <a:t>, </a:t>
            </a:r>
            <a:r>
              <a:rPr>
                <a:solidFill>
                  <a:srgbClr val="6897BB"/>
                </a:solidFill>
              </a:rPr>
              <a:t>15</a:t>
            </a:r>
            <a:r>
              <a:rPr>
                <a:solidFill>
                  <a:srgbClr val="A9B7C6"/>
                </a:solidFill>
              </a:rPr>
              <a:t>) + </a:t>
            </a:r>
            <a:r>
              <a:rPr>
                <a:solidFill>
                  <a:srgbClr val="6A8759"/>
                </a:solidFill>
              </a:rPr>
              <a:t>'...'</a:t>
            </a:r>
            <a:r>
              <a:t>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        </a:t>
            </a:r>
            <a:r>
              <a:rPr>
                <a:solidFill>
                  <a:srgbClr val="BABABA"/>
                </a:solidFill>
              </a:rPr>
              <a:t>style</a:t>
            </a:r>
            <a:r>
              <a:t>="color: #707070"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</a:t>
            </a:r>
            <a:r>
              <a:rPr>
                <a:solidFill>
                  <a:srgbClr val="E8BF6B"/>
                </a:solidFill>
              </a:rPr>
              <a:t>&gt;&lt;/v-card-title&gt;</a:t>
            </a:r>
            <a:endParaRPr>
              <a:solidFill>
                <a:srgbClr val="E8BF6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&lt;v-card-title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        </a:t>
            </a:r>
            <a:r>
              <a:rPr>
                <a:solidFill>
                  <a:srgbClr val="BABABA"/>
                </a:solidFill>
              </a:rPr>
              <a:t>v-if</a:t>
            </a:r>
            <a:r>
              <a:rPr>
                <a:solidFill>
                  <a:srgbClr val="A5C261"/>
                </a:solidFill>
              </a:rPr>
              <a:t>="</a:t>
            </a:r>
            <a:r>
              <a:rPr>
                <a:solidFill>
                  <a:srgbClr val="A9B7C6"/>
                </a:solidFill>
              </a:rPr>
              <a:t>item.</a:t>
            </a:r>
            <a:r>
              <a:rPr>
                <a:solidFill>
                  <a:srgbClr val="9876AA"/>
                </a:solidFill>
              </a:rPr>
              <a:t>title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9876AA"/>
                </a:solidFill>
              </a:rPr>
              <a:t>length </a:t>
            </a:r>
            <a:r>
              <a:rPr>
                <a:solidFill>
                  <a:srgbClr val="A9B7C6"/>
                </a:solidFill>
              </a:rPr>
              <a:t>&lt; </a:t>
            </a:r>
            <a:r>
              <a:rPr>
                <a:solidFill>
                  <a:srgbClr val="6897BB"/>
                </a:solidFill>
              </a:rPr>
              <a:t>15</a:t>
            </a:r>
            <a:r>
              <a:rPr>
                <a:solidFill>
                  <a:srgbClr val="A5C261"/>
                </a:solidFill>
              </a:rPr>
              <a:t>"</a:t>
            </a:r>
            <a:endParaRPr>
              <a:solidFill>
                <a:srgbClr val="A5C26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        </a:t>
            </a:r>
            <a:r>
              <a:rPr>
                <a:solidFill>
                  <a:srgbClr val="BABABA"/>
                </a:solidFill>
              </a:rPr>
              <a:t>class</a:t>
            </a:r>
            <a:r>
              <a:t>="headline"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        </a:t>
            </a:r>
            <a:r>
              <a:rPr>
                <a:solidFill>
                  <a:srgbClr val="BABABA"/>
                </a:solidFill>
              </a:rPr>
              <a:t>v-text</a:t>
            </a:r>
            <a:r>
              <a:t>="</a:t>
            </a:r>
            <a:r>
              <a:rPr>
                <a:solidFill>
                  <a:srgbClr val="A9B7C6"/>
                </a:solidFill>
              </a:rPr>
              <a:t>item.</a:t>
            </a:r>
            <a:r>
              <a:rPr>
                <a:solidFill>
                  <a:srgbClr val="9876AA"/>
                </a:solidFill>
              </a:rPr>
              <a:t>title</a:t>
            </a:r>
            <a:r>
              <a:t>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        </a:t>
            </a:r>
            <a:r>
              <a:rPr>
                <a:solidFill>
                  <a:srgbClr val="BABABA"/>
                </a:solidFill>
              </a:rPr>
              <a:t>style</a:t>
            </a:r>
            <a:r>
              <a:t>="color: #707070"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5C26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</a:t>
            </a:r>
            <a:r>
              <a:rPr>
                <a:solidFill>
                  <a:srgbClr val="E8BF6B"/>
                </a:solidFill>
              </a:rPr>
              <a:t>&gt;&lt;/v-card-title&gt;</a:t>
            </a:r>
            <a:endParaRPr>
              <a:solidFill>
                <a:srgbClr val="E8BF6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&lt;/transition&gt;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&lt;div 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&lt;/div&gt;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&lt;transition&gt;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&lt;v-card-subtitle </a:t>
            </a:r>
            <a:r>
              <a:rPr>
                <a:solidFill>
                  <a:srgbClr val="BABABA"/>
                </a:solidFill>
              </a:rPr>
              <a:t>v-if</a:t>
            </a:r>
            <a:r>
              <a:rPr>
                <a:solidFill>
                  <a:srgbClr val="A5C261"/>
                </a:solidFill>
              </a:rPr>
              <a:t>="</a:t>
            </a:r>
            <a:r>
              <a:rPr>
                <a:solidFill>
                  <a:srgbClr val="A9B7C6"/>
                </a:solidFill>
              </a:rPr>
              <a:t>item.</a:t>
            </a:r>
            <a:r>
              <a:rPr>
                <a:solidFill>
                  <a:srgbClr val="9876AA"/>
                </a:solidFill>
              </a:rPr>
              <a:t>description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9876AA"/>
                </a:solidFill>
              </a:rPr>
              <a:t>length </a:t>
            </a:r>
            <a:r>
              <a:rPr>
                <a:solidFill>
                  <a:srgbClr val="A9B7C6"/>
                </a:solidFill>
              </a:rPr>
              <a:t>&gt; </a:t>
            </a:r>
            <a:r>
              <a:rPr>
                <a:solidFill>
                  <a:srgbClr val="6897BB"/>
                </a:solidFill>
              </a:rPr>
              <a:t>25</a:t>
            </a:r>
            <a:r>
              <a:rPr>
                <a:solidFill>
                  <a:srgbClr val="A5C261"/>
                </a:solidFill>
              </a:rPr>
              <a:t>" </a:t>
            </a:r>
            <a:r>
              <a:rPr>
                <a:solidFill>
                  <a:srgbClr val="BABABA"/>
                </a:solidFill>
              </a:rPr>
              <a:t>v-text</a:t>
            </a:r>
            <a:r>
              <a:rPr>
                <a:solidFill>
                  <a:srgbClr val="A5C261"/>
                </a:solidFill>
              </a:rPr>
              <a:t>="</a:t>
            </a:r>
            <a:r>
              <a:rPr>
                <a:solidFill>
                  <a:srgbClr val="A9B7C6"/>
                </a:solidFill>
              </a:rPr>
              <a:t>item.</a:t>
            </a:r>
            <a:r>
              <a:rPr>
                <a:solidFill>
                  <a:srgbClr val="9876AA"/>
                </a:solidFill>
              </a:rPr>
              <a:t>description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FFC66E"/>
                </a:solidFill>
              </a:rPr>
              <a:t>substring</a:t>
            </a:r>
            <a:r>
              <a:rPr>
                <a:solidFill>
                  <a:srgbClr val="A9B7C6"/>
                </a:solidFill>
              </a:rPr>
              <a:t>(</a:t>
            </a:r>
            <a:r>
              <a:rPr>
                <a:solidFill>
                  <a:srgbClr val="6897BB"/>
                </a:solidFill>
              </a:rPr>
              <a:t>0</a:t>
            </a:r>
            <a:r>
              <a:rPr>
                <a:solidFill>
                  <a:srgbClr val="CC7831"/>
                </a:solidFill>
              </a:rPr>
              <a:t>, </a:t>
            </a:r>
            <a:r>
              <a:rPr>
                <a:solidFill>
                  <a:srgbClr val="6897BB"/>
                </a:solidFill>
              </a:rPr>
              <a:t>25</a:t>
            </a:r>
            <a:r>
              <a:rPr>
                <a:solidFill>
                  <a:srgbClr val="A9B7C6"/>
                </a:solidFill>
              </a:rPr>
              <a:t>) + </a:t>
            </a:r>
            <a:r>
              <a:rPr>
                <a:solidFill>
                  <a:srgbClr val="6A8759"/>
                </a:solidFill>
              </a:rPr>
              <a:t>'...'</a:t>
            </a:r>
            <a:r>
              <a:rPr>
                <a:solidFill>
                  <a:srgbClr val="A5C261"/>
                </a:solidFill>
              </a:rPr>
              <a:t>" </a:t>
            </a:r>
            <a:r>
              <a:rPr>
                <a:solidFill>
                  <a:srgbClr val="BABABA"/>
                </a:solidFill>
              </a:rPr>
              <a:t>style</a:t>
            </a:r>
            <a:r>
              <a:rPr>
                <a:solidFill>
                  <a:srgbClr val="A5C261"/>
                </a:solidFill>
              </a:rPr>
              <a:t>="color: #707070"</a:t>
            </a:r>
            <a:r>
              <a:t>&gt;&lt;/v-card-subtitle&gt;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    &lt;v-card-subtitle </a:t>
            </a:r>
            <a:r>
              <a:rPr>
                <a:solidFill>
                  <a:srgbClr val="BABABA"/>
                </a:solidFill>
              </a:rPr>
              <a:t>v-if</a:t>
            </a:r>
            <a:r>
              <a:rPr>
                <a:solidFill>
                  <a:srgbClr val="A5C261"/>
                </a:solidFill>
              </a:rPr>
              <a:t>="</a:t>
            </a:r>
            <a:r>
              <a:rPr>
                <a:solidFill>
                  <a:srgbClr val="A9B7C6"/>
                </a:solidFill>
              </a:rPr>
              <a:t>item.</a:t>
            </a:r>
            <a:r>
              <a:rPr>
                <a:solidFill>
                  <a:srgbClr val="9876AA"/>
                </a:solidFill>
              </a:rPr>
              <a:t>description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9876AA"/>
                </a:solidFill>
              </a:rPr>
              <a:t>length </a:t>
            </a:r>
            <a:r>
              <a:rPr>
                <a:solidFill>
                  <a:srgbClr val="A9B7C6"/>
                </a:solidFill>
              </a:rPr>
              <a:t>&lt; </a:t>
            </a:r>
            <a:r>
              <a:rPr>
                <a:solidFill>
                  <a:srgbClr val="6897BB"/>
                </a:solidFill>
              </a:rPr>
              <a:t>25</a:t>
            </a:r>
            <a:r>
              <a:rPr>
                <a:solidFill>
                  <a:srgbClr val="A5C261"/>
                </a:solidFill>
              </a:rPr>
              <a:t>" </a:t>
            </a:r>
            <a:r>
              <a:rPr>
                <a:solidFill>
                  <a:srgbClr val="BABABA"/>
                </a:solidFill>
              </a:rPr>
              <a:t>v-text</a:t>
            </a:r>
            <a:r>
              <a:rPr>
                <a:solidFill>
                  <a:srgbClr val="A5C261"/>
                </a:solidFill>
              </a:rPr>
              <a:t>="</a:t>
            </a:r>
            <a:r>
              <a:rPr>
                <a:solidFill>
                  <a:srgbClr val="A9B7C6"/>
                </a:solidFill>
              </a:rPr>
              <a:t>item.</a:t>
            </a:r>
            <a:r>
              <a:rPr>
                <a:solidFill>
                  <a:srgbClr val="9876AA"/>
                </a:solidFill>
              </a:rPr>
              <a:t>description</a:t>
            </a:r>
            <a:r>
              <a:rPr>
                <a:solidFill>
                  <a:srgbClr val="A5C261"/>
                </a:solidFill>
              </a:rPr>
              <a:t>" </a:t>
            </a:r>
            <a:r>
              <a:rPr>
                <a:solidFill>
                  <a:srgbClr val="BABABA"/>
                </a:solidFill>
              </a:rPr>
              <a:t>style</a:t>
            </a:r>
            <a:r>
              <a:rPr>
                <a:solidFill>
                  <a:srgbClr val="A5C261"/>
                </a:solidFill>
              </a:rPr>
              <a:t>="color: #707070"</a:t>
            </a:r>
            <a:r>
              <a:t>&gt;&lt;/v-card-subtitle&gt;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&lt;/transition&gt;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&lt;/div&gt;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&lt;v-card-actions&gt;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    &lt;v-btn </a:t>
            </a:r>
            <a:r>
              <a:rPr>
                <a:solidFill>
                  <a:srgbClr val="BABABA"/>
                </a:solidFill>
              </a:rPr>
              <a:t>text color</a:t>
            </a:r>
            <a:r>
              <a:rPr>
                <a:solidFill>
                  <a:srgbClr val="A5C261"/>
                </a:solidFill>
              </a:rPr>
              <a:t>="#FFC980"</a:t>
            </a:r>
            <a:r>
              <a:t>&gt;</a:t>
            </a:r>
            <a:r>
              <a:rPr>
                <a:solidFill>
                  <a:srgbClr val="A9B7C6"/>
                </a:solidFill>
              </a:rPr>
              <a:t>Visit Now</a:t>
            </a:r>
            <a:r>
              <a:t>&lt;/v-btn&gt;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    &lt;/v-card-actions&gt;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&lt;/div&gt;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&lt;/v-card&gt;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&lt;/v-col&gt;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&lt;/v-row&gt;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&lt;/v-container&gt;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&lt;/div&gt;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&lt;div </a:t>
            </a:r>
            <a:r>
              <a:rPr>
                <a:solidFill>
                  <a:srgbClr val="BABABA"/>
                </a:solidFill>
              </a:rPr>
              <a:t>v-else</a:t>
            </a:r>
            <a:r>
              <a:t>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&lt;v-container&gt;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&lt;v-row </a:t>
            </a:r>
            <a:r>
              <a:rPr>
                <a:solidFill>
                  <a:srgbClr val="BABABA"/>
                </a:solidFill>
              </a:rPr>
              <a:t>dense</a:t>
            </a:r>
            <a:r>
              <a:t>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&lt;h1 </a:t>
            </a:r>
            <a:r>
              <a:rPr>
                <a:solidFill>
                  <a:srgbClr val="BABABA"/>
                </a:solidFill>
              </a:rPr>
              <a:t>style</a:t>
            </a:r>
            <a:r>
              <a:rPr>
                <a:solidFill>
                  <a:srgbClr val="A5C261"/>
                </a:solidFill>
              </a:rPr>
              <a:t>="color: #707070;"</a:t>
            </a:r>
            <a:r>
              <a:t>&gt;</a:t>
            </a:r>
            <a:r>
              <a:rPr>
                <a:solidFill>
                  <a:srgbClr val="A9B7C6"/>
                </a:solidFill>
              </a:rPr>
              <a:t>Sorry..</a:t>
            </a:r>
            <a:r>
              <a:t>&lt;/h1&gt;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    &lt;h2 </a:t>
            </a:r>
            <a:r>
              <a:rPr>
                <a:solidFill>
                  <a:srgbClr val="BABABA"/>
                </a:solidFill>
              </a:rPr>
              <a:t>style</a:t>
            </a:r>
            <a:r>
              <a:rPr>
                <a:solidFill>
                  <a:srgbClr val="A5C261"/>
                </a:solidFill>
              </a:rPr>
              <a:t>="color: #707070"</a:t>
            </a:r>
            <a:r>
              <a:t>&gt; </a:t>
            </a:r>
            <a:r>
              <a:rPr>
                <a:solidFill>
                  <a:srgbClr val="A9B7C6"/>
                </a:solidFill>
              </a:rPr>
              <a:t>Can't find any thread </a:t>
            </a:r>
            <a:r>
              <a:rPr>
                <a:solidFill>
                  <a:srgbClr val="6D9CBE"/>
                </a:solidFill>
              </a:rPr>
              <a:t>&amp;#128549; </a:t>
            </a:r>
            <a:r>
              <a:t>&lt;/h2&gt;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&lt;/v-row&gt;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&lt;/v-container&gt;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&lt;/div&gt;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&lt;/transition&gt;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&lt;/v-card&gt;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&lt;/div&gt;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&lt;/template&gt;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&lt;script&gt;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E8BF6B"/>
                </a:solidFill>
              </a:rPr>
              <a:t>    </a:t>
            </a:r>
            <a:r>
              <a:t>export default </a:t>
            </a:r>
            <a:r>
              <a:rPr>
                <a:solidFill>
                  <a:srgbClr val="A9B7C6"/>
                </a:solidFill>
              </a:rPr>
              <a:t>{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name: </a:t>
            </a:r>
            <a:r>
              <a:rPr>
                <a:solidFill>
                  <a:srgbClr val="6A8759"/>
                </a:solidFill>
              </a:rPr>
              <a:t>"AllThreads"</a:t>
            </a:r>
            <a:endParaRPr>
              <a:solidFill>
                <a:srgbClr val="6A8759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6A87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A9B7C6"/>
                </a:solidFill>
              </a:rPr>
              <a:t>}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&lt;/script&gt;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&lt;style </a:t>
            </a:r>
            <a:r>
              <a:rPr>
                <a:solidFill>
                  <a:srgbClr val="BABABA"/>
                </a:solidFill>
              </a:rPr>
              <a:t>scoped</a:t>
            </a:r>
            <a:r>
              <a:t>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A9B7C6"/>
                </a:solidFill>
              </a:rPr>
              <a:t>.</a:t>
            </a:r>
            <a:r>
              <a:t>ed-title</a:t>
            </a:r>
            <a:r>
              <a:rPr>
                <a:solidFill>
                  <a:srgbClr val="A9B7C6"/>
                </a:solidFill>
              </a:rPr>
              <a:t>{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BABABA"/>
                </a:solidFill>
              </a:rPr>
              <a:t>color</a:t>
            </a:r>
            <a:r>
              <a:t>: </a:t>
            </a:r>
            <a:r>
              <a:rPr>
                <a:solidFill>
                  <a:srgbClr val="6897BB"/>
                </a:solidFill>
              </a:rPr>
              <a:t>#707070</a:t>
            </a:r>
            <a:r>
              <a:rPr>
                <a:solidFill>
                  <a:srgbClr val="CC7831"/>
                </a:solidFill>
              </a:rPr>
              <a:t>;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BABABA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CC7831"/>
                </a:solidFill>
              </a:rPr>
              <a:t>        </a:t>
            </a:r>
            <a:r>
              <a:t>margin-left</a:t>
            </a:r>
            <a:r>
              <a:rPr>
                <a:solidFill>
                  <a:srgbClr val="A9B7C6"/>
                </a:solidFill>
              </a:rPr>
              <a:t>: </a:t>
            </a:r>
            <a:r>
              <a:rPr>
                <a:solidFill>
                  <a:srgbClr val="6897BB"/>
                </a:solidFill>
              </a:rPr>
              <a:t>5</a:t>
            </a:r>
            <a:r>
              <a:rPr>
                <a:solidFill>
                  <a:srgbClr val="A9B7C6"/>
                </a:solidFill>
              </a:rPr>
              <a:t>%</a:t>
            </a:r>
            <a:r>
              <a:rPr>
                <a:solidFill>
                  <a:srgbClr val="CC7831"/>
                </a:solidFill>
              </a:rPr>
              <a:t>;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</a:t>
            </a:r>
            <a:r>
              <a:rPr>
                <a:solidFill>
                  <a:srgbClr val="A9B7C6"/>
                </a:solidFill>
              </a:rPr>
              <a:t>}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7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&lt;/style&gt;</a:t>
            </a:r>
          </a:p>
        </p:txBody>
      </p:sp>
      <p:sp>
        <p:nvSpPr>
          <p:cNvPr id="398" name="&lt;template&gt;…"/>
          <p:cNvSpPr txBox="1"/>
          <p:nvPr/>
        </p:nvSpPr>
        <p:spPr>
          <a:xfrm>
            <a:off x="2944497" y="4149374"/>
            <a:ext cx="8634847" cy="782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&lt;template&gt;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&lt;div&gt;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6A8759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E8BF6B"/>
                </a:solidFill>
              </a:rPr>
              <a:t>    &lt;v-btn </a:t>
            </a:r>
            <a:r>
              <a:rPr>
                <a:solidFill>
                  <a:srgbClr val="BABABA"/>
                </a:solidFill>
              </a:rPr>
              <a:t>icon </a:t>
            </a:r>
            <a:r>
              <a:rPr>
                <a:solidFill>
                  <a:srgbClr val="9876AA"/>
                </a:solidFill>
              </a:rPr>
              <a:t>v-on</a:t>
            </a:r>
            <a:r>
              <a:rPr>
                <a:solidFill>
                  <a:srgbClr val="BABABA"/>
                </a:solidFill>
              </a:rPr>
              <a:t>:click</a:t>
            </a:r>
            <a:r>
              <a:rPr>
                <a:solidFill>
                  <a:srgbClr val="A5C261"/>
                </a:solidFill>
              </a:rPr>
              <a:t>="</a:t>
            </a:r>
            <a:r>
              <a:rPr>
                <a:solidFill>
                  <a:srgbClr val="A9B7C6"/>
                </a:solidFill>
              </a:rPr>
              <a:t>$store.</a:t>
            </a:r>
            <a:r>
              <a:rPr>
                <a:solidFill>
                  <a:srgbClr val="FFC66E"/>
                </a:solidFill>
              </a:rPr>
              <a:t>commit</a:t>
            </a:r>
            <a:r>
              <a:rPr>
                <a:solidFill>
                  <a:srgbClr val="A9B7C6"/>
                </a:solidFill>
              </a:rPr>
              <a:t>(</a:t>
            </a:r>
            <a:r>
              <a:t>'chageSearchState'</a:t>
            </a:r>
            <a:r>
              <a:rPr>
                <a:solidFill>
                  <a:srgbClr val="A9B7C6"/>
                </a:solidFill>
              </a:rPr>
              <a:t>)</a:t>
            </a:r>
            <a:r>
              <a:rPr>
                <a:solidFill>
                  <a:srgbClr val="A5C261"/>
                </a:solidFill>
              </a:rPr>
              <a:t>"</a:t>
            </a:r>
            <a:r>
              <a:rPr>
                <a:solidFill>
                  <a:srgbClr val="E8BF6B"/>
                </a:solidFill>
              </a:rPr>
              <a:t>&gt;</a:t>
            </a:r>
            <a:endParaRPr>
              <a:solidFill>
                <a:srgbClr val="E8BF6B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&lt;v-icon&gt;</a:t>
            </a:r>
            <a:r>
              <a:rPr>
                <a:solidFill>
                  <a:srgbClr val="A9B7C6"/>
                </a:solidFill>
              </a:rPr>
              <a:t>mdi-magnify</a:t>
            </a:r>
            <a:r>
              <a:t>&lt;/v-icon&gt;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&lt;/v-btn&gt;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&lt;v-btn </a:t>
            </a:r>
            <a:r>
              <a:rPr>
                <a:solidFill>
                  <a:srgbClr val="BABABA"/>
                </a:solidFill>
              </a:rPr>
              <a:t>icon </a:t>
            </a:r>
            <a:r>
              <a:rPr>
                <a:solidFill>
                  <a:srgbClr val="9876AA"/>
                </a:solidFill>
              </a:rPr>
              <a:t>v-on</a:t>
            </a:r>
            <a:r>
              <a:rPr>
                <a:solidFill>
                  <a:srgbClr val="BABABA"/>
                </a:solidFill>
              </a:rPr>
              <a:t>:click</a:t>
            </a:r>
            <a:r>
              <a:rPr>
                <a:solidFill>
                  <a:srgbClr val="A5C261"/>
                </a:solidFill>
              </a:rPr>
              <a:t>="</a:t>
            </a:r>
            <a:r>
              <a:rPr>
                <a:solidFill>
                  <a:srgbClr val="FFC66E"/>
                </a:solidFill>
              </a:rPr>
              <a:t>getData</a:t>
            </a:r>
            <a:r>
              <a:rPr>
                <a:solidFill>
                  <a:srgbClr val="A5C261"/>
                </a:solidFill>
              </a:rPr>
              <a:t>"</a:t>
            </a:r>
            <a:r>
              <a:t>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&lt;v-icon&gt;</a:t>
            </a:r>
            <a:r>
              <a:rPr>
                <a:solidFill>
                  <a:srgbClr val="A9B7C6"/>
                </a:solidFill>
              </a:rPr>
              <a:t>mdi-refresh</a:t>
            </a:r>
            <a:r>
              <a:t>&lt;/v-icon&gt;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&lt;/v-btn&gt;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&lt;v-btn </a:t>
            </a:r>
            <a:r>
              <a:rPr>
                <a:solidFill>
                  <a:srgbClr val="BABABA"/>
                </a:solidFill>
              </a:rPr>
              <a:t>icon </a:t>
            </a:r>
            <a:r>
              <a:rPr>
                <a:solidFill>
                  <a:srgbClr val="9876AA"/>
                </a:solidFill>
              </a:rPr>
              <a:t>v-on</a:t>
            </a:r>
            <a:r>
              <a:rPr>
                <a:solidFill>
                  <a:srgbClr val="BABABA"/>
                </a:solidFill>
              </a:rPr>
              <a:t>:click</a:t>
            </a:r>
            <a:r>
              <a:rPr>
                <a:solidFill>
                  <a:srgbClr val="A5C261"/>
                </a:solidFill>
              </a:rPr>
              <a:t>="</a:t>
            </a:r>
            <a:r>
              <a:rPr>
                <a:solidFill>
                  <a:srgbClr val="A9B7C6"/>
                </a:solidFill>
              </a:rPr>
              <a:t>$store.</a:t>
            </a:r>
            <a:r>
              <a:rPr>
                <a:solidFill>
                  <a:srgbClr val="FFC66E"/>
                </a:solidFill>
              </a:rPr>
              <a:t>commit</a:t>
            </a:r>
            <a:r>
              <a:rPr>
                <a:solidFill>
                  <a:srgbClr val="A9B7C6"/>
                </a:solidFill>
              </a:rPr>
              <a:t>(</a:t>
            </a:r>
            <a:r>
              <a:rPr>
                <a:solidFill>
                  <a:srgbClr val="6A8759"/>
                </a:solidFill>
              </a:rPr>
              <a:t>'changeDiv'</a:t>
            </a:r>
            <a:r>
              <a:rPr>
                <a:solidFill>
                  <a:srgbClr val="A9B7C6"/>
                </a:solidFill>
              </a:rPr>
              <a:t>)</a:t>
            </a:r>
            <a:r>
              <a:rPr>
                <a:solidFill>
                  <a:srgbClr val="A5C261"/>
                </a:solidFill>
              </a:rPr>
              <a:t>"</a:t>
            </a:r>
            <a:r>
              <a:t>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&lt;v-icon&gt;</a:t>
            </a:r>
            <a:r>
              <a:rPr>
                <a:solidFill>
                  <a:srgbClr val="A9B7C6"/>
                </a:solidFill>
              </a:rPr>
              <a:t>mdi-magnify</a:t>
            </a:r>
            <a:r>
              <a:t>&lt;/v-icon&gt;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&lt;/v-btn&gt;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&lt;/div&gt;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&lt;/template&gt;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&lt;script&gt;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E8BF6B"/>
                </a:solidFill>
              </a:rPr>
              <a:t>    </a:t>
            </a:r>
            <a:r>
              <a:t>export default </a:t>
            </a:r>
            <a:r>
              <a:rPr>
                <a:solidFill>
                  <a:srgbClr val="A9B7C6"/>
                </a:solidFill>
              </a:rPr>
              <a:t>{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876AA"/>
                </a:solidFill>
              </a:rPr>
              <a:t>name</a:t>
            </a:r>
            <a:r>
              <a:t>: </a:t>
            </a:r>
            <a:r>
              <a:rPr>
                <a:solidFill>
                  <a:srgbClr val="6A8759"/>
                </a:solidFill>
              </a:rPr>
              <a:t>"Bar"</a:t>
            </a:r>
            <a:r>
              <a:rPr>
                <a:solidFill>
                  <a:srgbClr val="CC7831"/>
                </a:solidFill>
              </a:rPr>
              <a:t>,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9876AA"/>
                </a:solidFill>
              </a:rPr>
              <a:t>methods</a:t>
            </a:r>
            <a:r>
              <a:rPr>
                <a:solidFill>
                  <a:srgbClr val="A9B7C6"/>
                </a:solidFill>
              </a:rPr>
              <a:t>: {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</a:t>
            </a:r>
            <a:r>
              <a:rPr>
                <a:solidFill>
                  <a:srgbClr val="FFC66E"/>
                </a:solidFill>
              </a:rPr>
              <a:t>getData</a:t>
            </a:r>
            <a:r>
              <a:t>: </a:t>
            </a:r>
            <a:r>
              <a:rPr>
                <a:solidFill>
                  <a:srgbClr val="CC7831"/>
                </a:solidFill>
              </a:rPr>
              <a:t>function </a:t>
            </a:r>
            <a:r>
              <a:t>() {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CC7831"/>
                </a:solidFill>
              </a:rPr>
              <a:t>this</a:t>
            </a:r>
            <a:r>
              <a:t>.</a:t>
            </a:r>
            <a:r>
              <a:rPr>
                <a:solidFill>
                  <a:srgbClr val="9876AA"/>
                </a:solidFill>
              </a:rPr>
              <a:t>$http</a:t>
            </a:r>
            <a:r>
              <a:t>.</a:t>
            </a:r>
            <a:r>
              <a:rPr>
                <a:solidFill>
                  <a:srgbClr val="FFC66E"/>
                </a:solidFill>
              </a:rPr>
              <a:t>get</a:t>
            </a:r>
            <a:r>
              <a:t>(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</a:t>
            </a:r>
            <a:r>
              <a:rPr>
                <a:solidFill>
                  <a:srgbClr val="CC7831"/>
                </a:solidFill>
              </a:rPr>
              <a:t>this</a:t>
            </a:r>
            <a:r>
              <a:t>.$store.</a:t>
            </a:r>
            <a:r>
              <a:rPr>
                <a:solidFill>
                  <a:srgbClr val="9876AA"/>
                </a:solidFill>
              </a:rPr>
              <a:t>state</a:t>
            </a:r>
            <a:r>
              <a:t>.</a:t>
            </a:r>
            <a:r>
              <a:rPr>
                <a:solidFill>
                  <a:srgbClr val="9876AA"/>
                </a:solidFill>
              </a:rPr>
              <a:t>baseUrl </a:t>
            </a:r>
            <a:r>
              <a:t>+ </a:t>
            </a:r>
            <a:r>
              <a:rPr>
                <a:solidFill>
                  <a:srgbClr val="6A8759"/>
                </a:solidFill>
              </a:rPr>
              <a:t>'threads/'</a:t>
            </a:r>
            <a:endParaRPr>
              <a:solidFill>
                <a:srgbClr val="6A8759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6A8759"/>
                </a:solidFill>
              </a:rPr>
              <a:t>                </a:t>
            </a:r>
            <a:r>
              <a:t>).</a:t>
            </a:r>
            <a:r>
              <a:rPr>
                <a:solidFill>
                  <a:srgbClr val="FFC66E"/>
                </a:solidFill>
              </a:rPr>
              <a:t>then</a:t>
            </a:r>
            <a:r>
              <a:t>( (response) =&gt; {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</a:t>
            </a:r>
            <a:r>
              <a:rPr b="1" i="1">
                <a:solidFill>
                  <a:srgbClr val="9876AA"/>
                </a:solidFill>
              </a:rPr>
              <a:t>console</a:t>
            </a:r>
            <a:r>
              <a:t>.</a:t>
            </a:r>
            <a:r>
              <a:rPr>
                <a:solidFill>
                  <a:srgbClr val="FFC66E"/>
                </a:solidFill>
              </a:rPr>
              <a:t>log</a:t>
            </a:r>
            <a:r>
              <a:t>(</a:t>
            </a:r>
            <a:r>
              <a:rPr>
                <a:solidFill>
                  <a:srgbClr val="6A8759"/>
                </a:solidFill>
              </a:rPr>
              <a:t>"data ="</a:t>
            </a:r>
            <a:r>
              <a:rPr>
                <a:solidFill>
                  <a:srgbClr val="CC7831"/>
                </a:solidFill>
              </a:rPr>
              <a:t>, </a:t>
            </a:r>
            <a:r>
              <a:t>response.</a:t>
            </a:r>
            <a:r>
              <a:rPr>
                <a:solidFill>
                  <a:srgbClr val="9876AA"/>
                </a:solidFill>
              </a:rPr>
              <a:t>data</a:t>
            </a:r>
            <a:r>
              <a:t>)</a:t>
            </a:r>
            <a:r>
              <a:rPr>
                <a:solidFill>
                  <a:srgbClr val="CC7831"/>
                </a:solidFill>
              </a:rPr>
              <a:t>;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this</a:t>
            </a:r>
            <a:r>
              <a:rPr>
                <a:solidFill>
                  <a:srgbClr val="A9B7C6"/>
                </a:solidFill>
              </a:rPr>
              <a:t>.$store.</a:t>
            </a:r>
            <a:r>
              <a:rPr>
                <a:solidFill>
                  <a:srgbClr val="FFC66E"/>
                </a:solidFill>
              </a:rPr>
              <a:t>commit</a:t>
            </a:r>
            <a:r>
              <a:rPr>
                <a:solidFill>
                  <a:srgbClr val="A9B7C6"/>
                </a:solidFill>
              </a:rPr>
              <a:t>(</a:t>
            </a:r>
            <a:r>
              <a:rPr>
                <a:solidFill>
                  <a:srgbClr val="6A8759"/>
                </a:solidFill>
              </a:rPr>
              <a:t>'setThreads'</a:t>
            </a:r>
            <a:r>
              <a:t>, </a:t>
            </a:r>
            <a:r>
              <a:rPr>
                <a:solidFill>
                  <a:srgbClr val="A9B7C6"/>
                </a:solidFill>
              </a:rPr>
              <a:t>response.</a:t>
            </a:r>
            <a:r>
              <a:rPr>
                <a:solidFill>
                  <a:srgbClr val="9876AA"/>
                </a:solidFill>
              </a:rPr>
              <a:t>data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9876AA"/>
                </a:solidFill>
              </a:rPr>
              <a:t>_embedded</a:t>
            </a:r>
            <a:r>
              <a:rPr>
                <a:solidFill>
                  <a:srgbClr val="A9B7C6"/>
                </a:solidFill>
              </a:rPr>
              <a:t>.</a:t>
            </a:r>
            <a:r>
              <a:rPr>
                <a:solidFill>
                  <a:srgbClr val="9876AA"/>
                </a:solidFill>
              </a:rPr>
              <a:t>threads</a:t>
            </a:r>
            <a:r>
              <a:rPr>
                <a:solidFill>
                  <a:srgbClr val="A9B7C6"/>
                </a:solidFill>
              </a:rPr>
              <a:t>)</a:t>
            </a:r>
            <a:r>
              <a:t>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A9B7C6"/>
                </a:solidFill>
              </a:rPr>
              <a:t>}).</a:t>
            </a:r>
            <a:r>
              <a:rPr>
                <a:solidFill>
                  <a:srgbClr val="FFC66E"/>
                </a:solidFill>
              </a:rPr>
              <a:t>catch</a:t>
            </a:r>
            <a:r>
              <a:rPr>
                <a:solidFill>
                  <a:srgbClr val="A9B7C6"/>
                </a:solidFill>
              </a:rPr>
              <a:t>(</a:t>
            </a:r>
            <a:r>
              <a:t>function </a:t>
            </a:r>
            <a:r>
              <a:rPr>
                <a:solidFill>
                  <a:srgbClr val="A9B7C6"/>
                </a:solidFill>
              </a:rPr>
              <a:t>(error) {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    </a:t>
            </a:r>
            <a:r>
              <a:rPr b="1" i="1">
                <a:solidFill>
                  <a:srgbClr val="9876AA"/>
                </a:solidFill>
              </a:rPr>
              <a:t>console</a:t>
            </a:r>
            <a:r>
              <a:t>.</a:t>
            </a:r>
            <a:r>
              <a:rPr>
                <a:solidFill>
                  <a:srgbClr val="FFC66E"/>
                </a:solidFill>
              </a:rPr>
              <a:t>log</a:t>
            </a:r>
            <a:r>
              <a:t>(error)</a:t>
            </a:r>
            <a:r>
              <a:rPr>
                <a:solidFill>
                  <a:srgbClr val="CC7831"/>
                </a:solidFill>
              </a:rPr>
              <a:t>;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    </a:t>
            </a:r>
            <a:r>
              <a:rPr>
                <a:solidFill>
                  <a:srgbClr val="A9B7C6"/>
                </a:solidFill>
              </a:rPr>
              <a:t>})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    }</a:t>
            </a:r>
            <a:r>
              <a:rPr>
                <a:solidFill>
                  <a:srgbClr val="CC7831"/>
                </a:solidFill>
              </a:rPr>
              <a:t>,</a:t>
            </a:r>
            <a:endParaRPr>
              <a:solidFill>
                <a:srgbClr val="CC7831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CC7831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  </a:t>
            </a:r>
            <a:r>
              <a:rPr>
                <a:solidFill>
                  <a:srgbClr val="A9B7C6"/>
                </a:solidFill>
              </a:rPr>
              <a:t>}</a:t>
            </a:r>
            <a:endParaRPr>
              <a:solidFill>
                <a:srgbClr val="A9B7C6"/>
              </a:solidFill>
            </a:endParaR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A9B7C6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}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&lt;/script&gt;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&lt;style </a:t>
            </a:r>
            <a:r>
              <a:rPr>
                <a:solidFill>
                  <a:srgbClr val="BABABA"/>
                </a:solidFill>
              </a:rPr>
              <a:t>scoped</a:t>
            </a:r>
            <a:r>
              <a:t>&gt;</a:t>
            </a: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</a:p>
          <a:p>
            <a:pPr defTabSz="457200">
              <a:lnSpc>
                <a:spcPct val="100000"/>
              </a:lnSpc>
              <a:spcBef>
                <a:spcPts val="0"/>
              </a:spcBef>
              <a:defRPr sz="1300">
                <a:solidFill>
                  <a:srgbClr val="E8BF6B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&lt;/style&gt;</a:t>
            </a:r>
          </a:p>
        </p:txBody>
      </p:sp>
      <p:sp>
        <p:nvSpPr>
          <p:cNvPr id="399" name="App.vue"/>
          <p:cNvSpPr txBox="1"/>
          <p:nvPr/>
        </p:nvSpPr>
        <p:spPr>
          <a:xfrm>
            <a:off x="11988343" y="470936"/>
            <a:ext cx="237286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App.vue</a:t>
            </a:r>
          </a:p>
        </p:txBody>
      </p:sp>
      <p:sp>
        <p:nvSpPr>
          <p:cNvPr id="400" name="search.vue"/>
          <p:cNvSpPr txBox="1"/>
          <p:nvPr/>
        </p:nvSpPr>
        <p:spPr>
          <a:xfrm>
            <a:off x="3705531" y="1759178"/>
            <a:ext cx="2394726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search.vue</a:t>
            </a:r>
          </a:p>
        </p:txBody>
      </p:sp>
      <p:pic>
        <p:nvPicPr>
          <p:cNvPr id="401" name="선 선" descr="선 선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rot="5400000">
            <a:off x="2667308" y="1790699"/>
            <a:ext cx="800101" cy="76201"/>
          </a:xfrm>
          <a:prstGeom prst="rect">
            <a:avLst/>
          </a:prstGeom>
        </p:spPr>
      </p:pic>
      <p:pic>
        <p:nvPicPr>
          <p:cNvPr id="403" name="선 선" descr="선 선"/>
          <p:cNvPicPr>
            <a:picLocks noChangeAspect="0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 rot="10800000">
            <a:off x="2985616" y="2125897"/>
            <a:ext cx="784205" cy="76201"/>
          </a:xfrm>
          <a:prstGeom prst="rect">
            <a:avLst/>
          </a:prstGeom>
        </p:spPr>
      </p:pic>
      <p:sp>
        <p:nvSpPr>
          <p:cNvPr id="405" name="article.vue"/>
          <p:cNvSpPr txBox="1"/>
          <p:nvPr/>
        </p:nvSpPr>
        <p:spPr>
          <a:xfrm>
            <a:off x="3713998" y="2309511"/>
            <a:ext cx="2263623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article.vue</a:t>
            </a:r>
          </a:p>
        </p:txBody>
      </p:sp>
      <p:pic>
        <p:nvPicPr>
          <p:cNvPr id="406" name="선 선" descr="선 선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rot="5400000">
            <a:off x="2675775" y="2341033"/>
            <a:ext cx="800101" cy="76201"/>
          </a:xfrm>
          <a:prstGeom prst="rect">
            <a:avLst/>
          </a:prstGeom>
        </p:spPr>
      </p:pic>
      <p:pic>
        <p:nvPicPr>
          <p:cNvPr id="408" name="선 선" descr="선 선"/>
          <p:cNvPicPr>
            <a:picLocks noChangeAspect="0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 rot="10800000">
            <a:off x="2994083" y="2676231"/>
            <a:ext cx="784205" cy="76201"/>
          </a:xfrm>
          <a:prstGeom prst="rect">
            <a:avLst/>
          </a:prstGeom>
        </p:spPr>
      </p:pic>
      <p:sp>
        <p:nvSpPr>
          <p:cNvPr id="410" name="ad.vue"/>
          <p:cNvSpPr txBox="1"/>
          <p:nvPr/>
        </p:nvSpPr>
        <p:spPr>
          <a:xfrm>
            <a:off x="3722464" y="2828859"/>
            <a:ext cx="1524471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ad.vue</a:t>
            </a:r>
          </a:p>
        </p:txBody>
      </p:sp>
      <p:pic>
        <p:nvPicPr>
          <p:cNvPr id="411" name="선 선" descr="선 선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 rot="5400000">
            <a:off x="2684241" y="2860381"/>
            <a:ext cx="800101" cy="76201"/>
          </a:xfrm>
          <a:prstGeom prst="rect">
            <a:avLst/>
          </a:prstGeom>
        </p:spPr>
      </p:pic>
      <p:pic>
        <p:nvPicPr>
          <p:cNvPr id="413" name="선 선" descr="선 선"/>
          <p:cNvPicPr>
            <a:picLocks noChangeAspect="0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 rot="10800000">
            <a:off x="3002550" y="3195579"/>
            <a:ext cx="784205" cy="76201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Class="entr" nodeType="after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2"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Class="entr" nodeType="afterEffect" presetID="9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9" dur="10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Class="entr" nodeType="clickEffect" presetID="9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7" dur="2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Class="entr" nodeType="afterEffect" presetID="10" grpId="1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41"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Class="entr" nodeType="afterEffect" presetID="9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45"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Class="entr" nodeType="afterEffect" presetID="9" grpId="1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49"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Class="entr" nodeType="afterEffect" presetSubtype="0" presetID="1" grpId="1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000"/>
                            </p:stCondLst>
                            <p:childTnLst>
                              <p:par>
                                <p:cTn id="54" presetClass="entr" nodeType="afterEffect" presetSubtype="0" presetID="1" grpId="1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5" fill="hold"/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000"/>
                            </p:stCondLst>
                            <p:childTnLst>
                              <p:par>
                                <p:cTn id="57" presetClass="exit" nodeType="afterEffect" presetID="10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58" dur="1000" fill="hold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Class="entr" nodeType="clickEffect" presetID="9" grpId="1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64" dur="200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000"/>
                            </p:stCondLst>
                            <p:childTnLst>
                              <p:par>
                                <p:cTn id="66" presetClass="entr" nodeType="afterEffect" presetID="9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68"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70" presetClass="entr" nodeType="afterEffect" presetID="9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2"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000"/>
                            </p:stCondLst>
                            <p:childTnLst>
                              <p:par>
                                <p:cTn id="74" presetClass="entr" nodeType="afterEffect" presetSubtype="0" presetID="1" grpId="19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000"/>
                            </p:stCondLst>
                            <p:childTnLst>
                              <p:par>
                                <p:cTn id="77" presetClass="entr" nodeType="afterEffect" presetSubtype="0" presetID="1" grpId="20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000"/>
                            </p:stCondLst>
                            <p:childTnLst>
                              <p:par>
                                <p:cTn id="80" presetClass="exit" nodeType="afterEffect" presetID="10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fade" transition="out">
                                      <p:cBhvr>
                                        <p:cTn id="81" dur="1000" fill="hold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ID="9" grpId="2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87" dur="200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Class="entr" nodeType="afterEffect" presetID="9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91"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Class="entr" nodeType="afterEffect" presetID="9" grpId="2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95"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000"/>
                            </p:stCondLst>
                            <p:childTnLst>
                              <p:par>
                                <p:cTn id="97" presetClass="entr" nodeType="afterEffect" presetSubtype="0" presetID="1" grpId="25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000"/>
                            </p:stCondLst>
                            <p:childTnLst>
                              <p:par>
                                <p:cTn id="100" presetClass="entr" nodeType="afterEffect" presetSubtype="0" presetID="1" grpId="26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1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381" grpId="2"/>
      <p:bldP build="whole" bldLvl="1" animBg="1" rev="0" advAuto="0" spid="383" grpId="3"/>
      <p:bldP build="whole" bldLvl="1" animBg="1" rev="0" advAuto="0" spid="388" grpId="6"/>
      <p:bldP build="whole" bldLvl="1" animBg="1" rev="0" advAuto="0" spid="419" grpId="16"/>
      <p:bldP build="whole" bldLvl="1" animBg="1" rev="0" advAuto="0" spid="405" grpId="19"/>
      <p:bldP build="whole" bldLvl="1" animBg="1" rev="0" advAuto="0" spid="398" grpId="26"/>
      <p:bldP build="whole" bldLvl="1" animBg="1" rev="0" advAuto="0" spid="386" grpId="5"/>
      <p:bldP build="whole" bldLvl="1" animBg="1" rev="0" advAuto="0" spid="411" grpId="23"/>
      <p:bldP build="whole" bldLvl="1" animBg="1" rev="0" advAuto="0" spid="397" grpId="14"/>
      <p:bldP build="whole" bldLvl="1" animBg="1" rev="0" advAuto="0" spid="397" grpId="15"/>
      <p:bldP build="whole" bldLvl="1" animBg="1" rev="0" advAuto="0" spid="408" grpId="18"/>
      <p:bldP build="whole" bldLvl="1" animBg="1" rev="0" advAuto="0" spid="417" grpId="9"/>
      <p:bldP build="whole" bldLvl="1" animBg="1" rev="0" advAuto="0" spid="403" grpId="12"/>
      <p:bldP build="whole" bldLvl="1" animBg="1" rev="0" advAuto="0" spid="415" grpId="22"/>
      <p:bldP build="whole" bldLvl="1" animBg="1" rev="0" advAuto="0" spid="395" grpId="10"/>
      <p:bldP build="whole" bldLvl="1" animBg="1" rev="0" advAuto="0" spid="400" grpId="13"/>
      <p:bldP build="whole" bldLvl="1" animBg="1" rev="0" advAuto="0" spid="401" grpId="11"/>
      <p:bldP build="whole" bldLvl="1" animBg="1" rev="0" advAuto="0" spid="406" grpId="17"/>
      <p:bldP build="whole" bldLvl="1" animBg="1" rev="0" advAuto="0" spid="413" grpId="24"/>
      <p:bldP build="whole" bldLvl="1" animBg="1" rev="0" advAuto="0" spid="410" grpId="25"/>
      <p:bldP build="whole" bldLvl="1" animBg="1" rev="0" advAuto="0" spid="389" grpId="7"/>
      <p:bldP build="whole" bldLvl="1" animBg="1" rev="0" advAuto="0" spid="391" grpId="8"/>
      <p:bldP build="whole" bldLvl="1" animBg="1" rev="0" advAuto="0" spid="396" grpId="20"/>
      <p:bldP build="whole" bldLvl="1" animBg="1" rev="0" advAuto="0" spid="385" grpId="4"/>
      <p:bldP build="whole" bldLvl="1" animBg="1" rev="0" advAuto="0" spid="399" grpId="1"/>
      <p:bldP build="whole" bldLvl="1" animBg="1" rev="0" advAuto="0" spid="396" grpId="2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Frontend Project Dir"/>
          <p:cNvSpPr txBox="1"/>
          <p:nvPr/>
        </p:nvSpPr>
        <p:spPr>
          <a:xfrm>
            <a:off x="9396831" y="544050"/>
            <a:ext cx="5590338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Frontend Project Dir</a:t>
            </a:r>
          </a:p>
        </p:txBody>
      </p:sp>
      <p:sp>
        <p:nvSpPr>
          <p:cNvPr id="423" name="/assets"/>
          <p:cNvSpPr txBox="1"/>
          <p:nvPr/>
        </p:nvSpPr>
        <p:spPr>
          <a:xfrm>
            <a:off x="5908293" y="3710584"/>
            <a:ext cx="207843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/assets</a:t>
            </a:r>
          </a:p>
        </p:txBody>
      </p:sp>
      <p:sp>
        <p:nvSpPr>
          <p:cNvPr id="424" name="/components"/>
          <p:cNvSpPr txBox="1"/>
          <p:nvPr/>
        </p:nvSpPr>
        <p:spPr>
          <a:xfrm>
            <a:off x="5908293" y="5302317"/>
            <a:ext cx="3728010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/components</a:t>
            </a:r>
          </a:p>
        </p:txBody>
      </p:sp>
      <p:sp>
        <p:nvSpPr>
          <p:cNvPr id="425" name="/plugins"/>
          <p:cNvSpPr txBox="1"/>
          <p:nvPr/>
        </p:nvSpPr>
        <p:spPr>
          <a:xfrm>
            <a:off x="5908293" y="6894051"/>
            <a:ext cx="228203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/plugins</a:t>
            </a:r>
          </a:p>
        </p:txBody>
      </p:sp>
      <p:sp>
        <p:nvSpPr>
          <p:cNvPr id="426" name="/store"/>
          <p:cNvSpPr txBox="1"/>
          <p:nvPr/>
        </p:nvSpPr>
        <p:spPr>
          <a:xfrm>
            <a:off x="5908293" y="8618042"/>
            <a:ext cx="168341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/store</a:t>
            </a:r>
          </a:p>
        </p:txBody>
      </p:sp>
      <p:pic>
        <p:nvPicPr>
          <p:cNvPr id="427" name="선 선" descr="선 선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6200000">
            <a:off x="951125" y="7404100"/>
            <a:ext cx="8594859" cy="76201"/>
          </a:xfrm>
          <a:prstGeom prst="rect">
            <a:avLst/>
          </a:prstGeom>
        </p:spPr>
      </p:pic>
      <p:pic>
        <p:nvPicPr>
          <p:cNvPr id="429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85833" y="4141224"/>
            <a:ext cx="755219" cy="76201"/>
          </a:xfrm>
          <a:prstGeom prst="rect">
            <a:avLst/>
          </a:prstGeom>
        </p:spPr>
      </p:pic>
      <p:pic>
        <p:nvPicPr>
          <p:cNvPr id="431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85833" y="5668433"/>
            <a:ext cx="755219" cy="76201"/>
          </a:xfrm>
          <a:prstGeom prst="rect">
            <a:avLst/>
          </a:prstGeom>
        </p:spPr>
      </p:pic>
      <p:pic>
        <p:nvPicPr>
          <p:cNvPr id="433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85833" y="7327900"/>
            <a:ext cx="755219" cy="76201"/>
          </a:xfrm>
          <a:prstGeom prst="rect">
            <a:avLst/>
          </a:prstGeom>
        </p:spPr>
      </p:pic>
      <p:pic>
        <p:nvPicPr>
          <p:cNvPr id="435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85833" y="8984157"/>
            <a:ext cx="755219" cy="76201"/>
          </a:xfrm>
          <a:prstGeom prst="rect">
            <a:avLst/>
          </a:prstGeom>
        </p:spPr>
      </p:pic>
      <p:pic>
        <p:nvPicPr>
          <p:cNvPr id="437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85833" y="10379108"/>
            <a:ext cx="755219" cy="76201"/>
          </a:xfrm>
          <a:prstGeom prst="rect">
            <a:avLst/>
          </a:prstGeom>
        </p:spPr>
      </p:pic>
      <p:pic>
        <p:nvPicPr>
          <p:cNvPr id="439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85833" y="11669251"/>
            <a:ext cx="755219" cy="76201"/>
          </a:xfrm>
          <a:prstGeom prst="rect">
            <a:avLst/>
          </a:prstGeom>
        </p:spPr>
      </p:pic>
      <p:sp>
        <p:nvSpPr>
          <p:cNvPr id="441" name="App.vue"/>
          <p:cNvSpPr txBox="1"/>
          <p:nvPr/>
        </p:nvSpPr>
        <p:spPr>
          <a:xfrm>
            <a:off x="5908293" y="10019165"/>
            <a:ext cx="2337157" cy="796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 sz="4700"/>
            </a:pPr>
            <a:r>
              <a:t>App</a:t>
            </a:r>
            <a:r>
              <a:rPr i="0"/>
              <a:t>.vue</a:t>
            </a:r>
          </a:p>
        </p:txBody>
      </p:sp>
      <p:sp>
        <p:nvSpPr>
          <p:cNvPr id="442" name="main.js"/>
          <p:cNvSpPr txBox="1"/>
          <p:nvPr/>
        </p:nvSpPr>
        <p:spPr>
          <a:xfrm>
            <a:off x="5908293" y="11303135"/>
            <a:ext cx="20339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/>
            </a:pPr>
            <a:r>
              <a:t>main</a:t>
            </a:r>
            <a:r>
              <a:rPr i="0"/>
              <a:t>.js</a:t>
            </a:r>
          </a:p>
        </p:txBody>
      </p:sp>
      <p:sp>
        <p:nvSpPr>
          <p:cNvPr id="443" name="; Logo, Pictures, etc."/>
          <p:cNvSpPr txBox="1"/>
          <p:nvPr/>
        </p:nvSpPr>
        <p:spPr>
          <a:xfrm>
            <a:off x="11951478" y="3727517"/>
            <a:ext cx="5748834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; Logo, Pictures, etc.</a:t>
            </a:r>
          </a:p>
        </p:txBody>
      </p:sp>
      <p:sp>
        <p:nvSpPr>
          <p:cNvPr id="444" name="; Web Pages components. Func"/>
          <p:cNvSpPr txBox="1"/>
          <p:nvPr/>
        </p:nvSpPr>
        <p:spPr>
          <a:xfrm>
            <a:off x="11951478" y="5319251"/>
            <a:ext cx="881999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; Web Pages components. Func</a:t>
            </a:r>
          </a:p>
        </p:txBody>
      </p:sp>
      <p:sp>
        <p:nvSpPr>
          <p:cNvPr id="445" name="; Plugins"/>
          <p:cNvSpPr txBox="1"/>
          <p:nvPr/>
        </p:nvSpPr>
        <p:spPr>
          <a:xfrm>
            <a:off x="11951478" y="6910984"/>
            <a:ext cx="245150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; Plugins</a:t>
            </a:r>
          </a:p>
        </p:txBody>
      </p:sp>
      <p:sp>
        <p:nvSpPr>
          <p:cNvPr id="446" name="; Define Global Func, Var"/>
          <p:cNvSpPr txBox="1"/>
          <p:nvPr/>
        </p:nvSpPr>
        <p:spPr>
          <a:xfrm>
            <a:off x="11951478" y="8502717"/>
            <a:ext cx="686623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; Define Global Func, Var</a:t>
            </a:r>
          </a:p>
        </p:txBody>
      </p:sp>
      <p:sp>
        <p:nvSpPr>
          <p:cNvPr id="447" name="; Define HTML"/>
          <p:cNvSpPr txBox="1"/>
          <p:nvPr/>
        </p:nvSpPr>
        <p:spPr>
          <a:xfrm>
            <a:off x="11951478" y="9902926"/>
            <a:ext cx="402122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; Define HTML</a:t>
            </a:r>
          </a:p>
        </p:txBody>
      </p:sp>
      <p:sp>
        <p:nvSpPr>
          <p:cNvPr id="448" name="; Define Global Library"/>
          <p:cNvSpPr txBox="1"/>
          <p:nvPr/>
        </p:nvSpPr>
        <p:spPr>
          <a:xfrm>
            <a:off x="11951478" y="11303135"/>
            <a:ext cx="617677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; Define Global Library</a:t>
            </a:r>
          </a:p>
        </p:txBody>
      </p:sp>
      <p:sp>
        <p:nvSpPr>
          <p:cNvPr id="449" name="/root"/>
          <p:cNvSpPr txBox="1"/>
          <p:nvPr/>
        </p:nvSpPr>
        <p:spPr>
          <a:xfrm>
            <a:off x="4547971" y="2118851"/>
            <a:ext cx="140116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/root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2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Class="entr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9" dur="2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Class="entr" nodeType="after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3" dur="2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Class="entr" nodeType="afterEffect" presetID="9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7" dur="2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9" presetClass="entr" nodeType="afterEffect" presetID="9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1" dur="200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0"/>
                            </p:stCondLst>
                            <p:childTnLst>
                              <p:par>
                                <p:cTn id="33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4000"/>
                            </p:stCondLst>
                            <p:childTnLst>
                              <p:par>
                                <p:cTn id="36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000"/>
                            </p:stCondLst>
                            <p:childTnLst>
                              <p:par>
                                <p:cTn id="39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0"/>
                            </p:stCondLst>
                            <p:childTnLst>
                              <p:par>
                                <p:cTn id="42" presetClass="entr" nodeType="afterEffect" presetSubtype="0" presetID="1" grpId="1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000"/>
                            </p:stCondLst>
                            <p:childTnLst>
                              <p:par>
                                <p:cTn id="45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4000"/>
                            </p:stCondLst>
                            <p:childTnLst>
                              <p:par>
                                <p:cTn id="48" presetClass="entr" nodeType="afterEffect" presetSubtype="0" presetID="1" grpId="1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Class="path" nodeType="clickEffect" presetSubtype="0" presetID="-1" grpId="14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20139 -0.004630" origin="layout" pathEditMode="relative">
                                      <p:cBhvr>
                                        <p:cTn id="53" dur="1000" fill="hold"/>
                                        <p:tgtEl>
                                          <p:spTgt spid="4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Class="entr" nodeType="afterEffect" presetSubtype="0" presetID="1" grpId="15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Class="path" nodeType="clickEffect" presetSubtype="0" presetID="-1" grpId="16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21354 -0.009259" origin="layout" pathEditMode="relative">
                                      <p:cBhvr>
                                        <p:cTn id="60" dur="1000" fill="hold"/>
                                        <p:tgtEl>
                                          <p:spTgt spid="4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Class="entr" nodeType="afterEffect" presetSubtype="0" presetID="1" grpId="17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Class="path" nodeType="clickEffect" presetSubtype="0" presetID="-1" grpId="18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20833 -0.006481" origin="layout" pathEditMode="relative">
                                      <p:cBhvr>
                                        <p:cTn id="67" dur="1000" fill="hold"/>
                                        <p:tgtEl>
                                          <p:spTgt spid="4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Class="entr" nodeType="afterEffect" presetSubtype="0" presetID="1" grpId="19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Class="path" nodeType="clickEffect" presetSubtype="0" presetID="-1" grpId="20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17568 -0.000463" origin="layout" pathEditMode="relative">
                                      <p:cBhvr>
                                        <p:cTn id="74" dur="1000" fill="hold"/>
                                        <p:tgtEl>
                                          <p:spTgt spid="4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Class="entr" nodeType="afterEffect" presetSubtype="0" presetID="1" grpId="2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7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000"/>
                            </p:stCondLst>
                            <p:childTnLst>
                              <p:par>
                                <p:cTn id="79" presetClass="entr" nodeType="afterEffect" presetSubtype="0" presetID="1" grpId="2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Class="entr" nodeType="afterEffect" presetSubtype="0" presetID="1" grpId="2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26" grpId="11"/>
      <p:bldP build="whole" bldLvl="1" animBg="1" rev="0" advAuto="0" spid="444" grpId="17"/>
      <p:bldP build="whole" bldLvl="1" animBg="1" rev="0" advAuto="0" spid="423" grpId="8"/>
      <p:bldP build="whole" bldLvl="1" animBg="1" rev="0" advAuto="0" spid="441" grpId="12"/>
      <p:bldP build="whole" bldLvl="1" animBg="1" rev="0" advAuto="0" spid="439" grpId="7"/>
      <p:bldP build="whole" bldLvl="1" animBg="1" rev="0" advAuto="0" spid="433" grpId="4"/>
      <p:bldP build="whole" bldLvl="1" animBg="1" rev="0" advAuto="0" spid="446" grpId="21"/>
      <p:bldP build="whole" bldLvl="1" animBg="1" rev="0" advAuto="0" spid="431" grpId="3"/>
      <p:bldP build="whole" bldLvl="1" animBg="1" rev="0" advAuto="0" spid="435" grpId="5"/>
      <p:bldP build="whole" bldLvl="1" animBg="1" rev="0" advAuto="0" spid="448" grpId="23"/>
      <p:bldP build="whole" bldLvl="1" animBg="1" rev="0" advAuto="0" spid="445" grpId="19"/>
      <p:bldP build="whole" bldLvl="1" animBg="1" rev="0" advAuto="0" spid="443" grpId="15"/>
      <p:bldP build="whole" bldLvl="1" animBg="1" rev="0" advAuto="0" spid="425" grpId="10"/>
      <p:bldP build="whole" bldLvl="1" animBg="1" rev="0" advAuto="0" spid="429" grpId="2"/>
      <p:bldP build="whole" bldLvl="1" animBg="1" rev="0" advAuto="0" spid="437" grpId="6"/>
      <p:bldP build="whole" bldLvl="1" animBg="1" rev="0" advAuto="0" spid="442" grpId="13"/>
      <p:bldP build="whole" bldLvl="1" animBg="1" rev="0" advAuto="0" spid="427" grpId="1"/>
      <p:bldP build="whole" bldLvl="1" animBg="1" rev="0" advAuto="0" spid="447" grpId="22"/>
      <p:bldP build="whole" bldLvl="1" animBg="1" rev="0" advAuto="0" spid="424" grpId="9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/assets"/>
          <p:cNvSpPr txBox="1"/>
          <p:nvPr/>
        </p:nvSpPr>
        <p:spPr>
          <a:xfrm>
            <a:off x="5908294" y="3710584"/>
            <a:ext cx="2078432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/assets</a:t>
            </a:r>
          </a:p>
        </p:txBody>
      </p:sp>
      <p:sp>
        <p:nvSpPr>
          <p:cNvPr id="452" name="/components"/>
          <p:cNvSpPr txBox="1"/>
          <p:nvPr/>
        </p:nvSpPr>
        <p:spPr>
          <a:xfrm>
            <a:off x="5908294" y="5302317"/>
            <a:ext cx="3728009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/components</a:t>
            </a:r>
          </a:p>
        </p:txBody>
      </p:sp>
      <p:sp>
        <p:nvSpPr>
          <p:cNvPr id="453" name="/plugins"/>
          <p:cNvSpPr txBox="1"/>
          <p:nvPr/>
        </p:nvSpPr>
        <p:spPr>
          <a:xfrm>
            <a:off x="5908294" y="6894051"/>
            <a:ext cx="2282038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/plugins</a:t>
            </a:r>
          </a:p>
        </p:txBody>
      </p:sp>
      <p:sp>
        <p:nvSpPr>
          <p:cNvPr id="454" name="/store"/>
          <p:cNvSpPr txBox="1"/>
          <p:nvPr/>
        </p:nvSpPr>
        <p:spPr>
          <a:xfrm>
            <a:off x="5908294" y="8618042"/>
            <a:ext cx="168341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/store</a:t>
            </a:r>
          </a:p>
        </p:txBody>
      </p:sp>
      <p:pic>
        <p:nvPicPr>
          <p:cNvPr id="455" name="선 선" descr="선 선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rot="16200000">
            <a:off x="951125" y="7404100"/>
            <a:ext cx="8594858" cy="76201"/>
          </a:xfrm>
          <a:prstGeom prst="rect">
            <a:avLst/>
          </a:prstGeom>
        </p:spPr>
      </p:pic>
      <p:pic>
        <p:nvPicPr>
          <p:cNvPr id="457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85833" y="4141224"/>
            <a:ext cx="755219" cy="76201"/>
          </a:xfrm>
          <a:prstGeom prst="rect">
            <a:avLst/>
          </a:prstGeom>
        </p:spPr>
      </p:pic>
      <p:pic>
        <p:nvPicPr>
          <p:cNvPr id="459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85833" y="5668433"/>
            <a:ext cx="755219" cy="76201"/>
          </a:xfrm>
          <a:prstGeom prst="rect">
            <a:avLst/>
          </a:prstGeom>
        </p:spPr>
      </p:pic>
      <p:pic>
        <p:nvPicPr>
          <p:cNvPr id="461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85833" y="7327900"/>
            <a:ext cx="755219" cy="76200"/>
          </a:xfrm>
          <a:prstGeom prst="rect">
            <a:avLst/>
          </a:prstGeom>
        </p:spPr>
      </p:pic>
      <p:pic>
        <p:nvPicPr>
          <p:cNvPr id="463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85833" y="8984157"/>
            <a:ext cx="755219" cy="76201"/>
          </a:xfrm>
          <a:prstGeom prst="rect">
            <a:avLst/>
          </a:prstGeom>
        </p:spPr>
      </p:pic>
      <p:pic>
        <p:nvPicPr>
          <p:cNvPr id="465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85833" y="10379109"/>
            <a:ext cx="755219" cy="76201"/>
          </a:xfrm>
          <a:prstGeom prst="rect">
            <a:avLst/>
          </a:prstGeom>
        </p:spPr>
      </p:pic>
      <p:pic>
        <p:nvPicPr>
          <p:cNvPr id="467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185833" y="11669251"/>
            <a:ext cx="755219" cy="76201"/>
          </a:xfrm>
          <a:prstGeom prst="rect">
            <a:avLst/>
          </a:prstGeom>
        </p:spPr>
      </p:pic>
      <p:sp>
        <p:nvSpPr>
          <p:cNvPr id="469" name="App.vue"/>
          <p:cNvSpPr txBox="1"/>
          <p:nvPr/>
        </p:nvSpPr>
        <p:spPr>
          <a:xfrm>
            <a:off x="5908294" y="10019165"/>
            <a:ext cx="2337156" cy="796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 sz="4700"/>
            </a:pPr>
            <a:r>
              <a:t>App</a:t>
            </a:r>
            <a:r>
              <a:rPr i="0"/>
              <a:t>.vue</a:t>
            </a:r>
          </a:p>
        </p:txBody>
      </p:sp>
      <p:sp>
        <p:nvSpPr>
          <p:cNvPr id="470" name="main.js"/>
          <p:cNvSpPr txBox="1"/>
          <p:nvPr/>
        </p:nvSpPr>
        <p:spPr>
          <a:xfrm>
            <a:off x="5908294" y="11303135"/>
            <a:ext cx="2033931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i="1"/>
            </a:pPr>
            <a:r>
              <a:t>main</a:t>
            </a:r>
            <a:r>
              <a:rPr i="0"/>
              <a:t>.js</a:t>
            </a:r>
          </a:p>
        </p:txBody>
      </p:sp>
      <p:sp>
        <p:nvSpPr>
          <p:cNvPr id="471" name="/root"/>
          <p:cNvSpPr txBox="1"/>
          <p:nvPr/>
        </p:nvSpPr>
        <p:spPr>
          <a:xfrm>
            <a:off x="4547971" y="2118851"/>
            <a:ext cx="140116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/root</a:t>
            </a:r>
          </a:p>
        </p:txBody>
      </p:sp>
      <p:sp>
        <p:nvSpPr>
          <p:cNvPr id="472" name="/css"/>
          <p:cNvSpPr txBox="1"/>
          <p:nvPr/>
        </p:nvSpPr>
        <p:spPr>
          <a:xfrm>
            <a:off x="16330760" y="3617451"/>
            <a:ext cx="125425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/css</a:t>
            </a:r>
          </a:p>
        </p:txBody>
      </p:sp>
      <p:sp>
        <p:nvSpPr>
          <p:cNvPr id="473" name="/js"/>
          <p:cNvSpPr txBox="1"/>
          <p:nvPr/>
        </p:nvSpPr>
        <p:spPr>
          <a:xfrm>
            <a:off x="16330760" y="4955184"/>
            <a:ext cx="757429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/js</a:t>
            </a:r>
          </a:p>
        </p:txBody>
      </p:sp>
      <p:pic>
        <p:nvPicPr>
          <p:cNvPr id="474" name="선 선" descr="선 선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 rot="16200000">
            <a:off x="13840575" y="4843983"/>
            <a:ext cx="3660892" cy="76201"/>
          </a:xfrm>
          <a:prstGeom prst="rect">
            <a:avLst/>
          </a:prstGeom>
        </p:spPr>
      </p:pic>
      <p:pic>
        <p:nvPicPr>
          <p:cNvPr id="476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608300" y="4048091"/>
            <a:ext cx="755219" cy="76201"/>
          </a:xfrm>
          <a:prstGeom prst="rect">
            <a:avLst/>
          </a:prstGeom>
        </p:spPr>
      </p:pic>
      <p:pic>
        <p:nvPicPr>
          <p:cNvPr id="478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608300" y="5321300"/>
            <a:ext cx="755219" cy="76201"/>
          </a:xfrm>
          <a:prstGeom prst="rect">
            <a:avLst/>
          </a:prstGeom>
        </p:spPr>
      </p:pic>
      <p:pic>
        <p:nvPicPr>
          <p:cNvPr id="480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574433" y="6631584"/>
            <a:ext cx="755219" cy="76201"/>
          </a:xfrm>
          <a:prstGeom prst="rect">
            <a:avLst/>
          </a:prstGeom>
        </p:spPr>
      </p:pic>
      <p:sp>
        <p:nvSpPr>
          <p:cNvPr id="482" name="index.html"/>
          <p:cNvSpPr txBox="1"/>
          <p:nvPr/>
        </p:nvSpPr>
        <p:spPr>
          <a:xfrm>
            <a:off x="16296894" y="6265468"/>
            <a:ext cx="2925776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i="1"/>
            </a:lvl1pPr>
          </a:lstStyle>
          <a:p>
            <a:pPr/>
            <a:r>
              <a:t>index.html</a:t>
            </a:r>
          </a:p>
        </p:txBody>
      </p:sp>
      <p:sp>
        <p:nvSpPr>
          <p:cNvPr id="483" name="/src"/>
          <p:cNvSpPr txBox="1"/>
          <p:nvPr/>
        </p:nvSpPr>
        <p:spPr>
          <a:xfrm>
            <a:off x="14970438" y="2025717"/>
            <a:ext cx="1141477" cy="8084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/src</a:t>
            </a:r>
          </a:p>
        </p:txBody>
      </p:sp>
      <p:sp>
        <p:nvSpPr>
          <p:cNvPr id="484" name="개정"/>
          <p:cNvSpPr/>
          <p:nvPr/>
        </p:nvSpPr>
        <p:spPr>
          <a:xfrm>
            <a:off x="12047868" y="6259425"/>
            <a:ext cx="820519" cy="8205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0" y="0"/>
                </a:moveTo>
                <a:cubicBezTo>
                  <a:pt x="4833" y="0"/>
                  <a:pt x="0" y="4833"/>
                  <a:pt x="0" y="10800"/>
                </a:cubicBezTo>
                <a:cubicBezTo>
                  <a:pt x="0" y="16767"/>
                  <a:pt x="4833" y="21600"/>
                  <a:pt x="10800" y="21600"/>
                </a:cubicBezTo>
                <a:cubicBezTo>
                  <a:pt x="16767" y="21600"/>
                  <a:pt x="21600" y="16767"/>
                  <a:pt x="21600" y="10800"/>
                </a:cubicBezTo>
                <a:cubicBezTo>
                  <a:pt x="21600" y="4833"/>
                  <a:pt x="16767" y="0"/>
                  <a:pt x="10800" y="0"/>
                </a:cubicBezTo>
                <a:close/>
                <a:moveTo>
                  <a:pt x="8974" y="1912"/>
                </a:moveTo>
                <a:lnTo>
                  <a:pt x="12626" y="5363"/>
                </a:lnTo>
                <a:lnTo>
                  <a:pt x="8974" y="8812"/>
                </a:lnTo>
                <a:lnTo>
                  <a:pt x="8974" y="6625"/>
                </a:lnTo>
                <a:cubicBezTo>
                  <a:pt x="7284" y="7338"/>
                  <a:pt x="6092" y="9018"/>
                  <a:pt x="6092" y="10967"/>
                </a:cubicBezTo>
                <a:cubicBezTo>
                  <a:pt x="6092" y="13564"/>
                  <a:pt x="8203" y="15677"/>
                  <a:pt x="10800" y="15677"/>
                </a:cubicBezTo>
                <a:cubicBezTo>
                  <a:pt x="13397" y="15677"/>
                  <a:pt x="15508" y="13564"/>
                  <a:pt x="15508" y="10967"/>
                </a:cubicBezTo>
                <a:cubicBezTo>
                  <a:pt x="15508" y="9509"/>
                  <a:pt x="14849" y="8154"/>
                  <a:pt x="13699" y="7258"/>
                </a:cubicBezTo>
                <a:lnTo>
                  <a:pt x="15130" y="5427"/>
                </a:lnTo>
                <a:cubicBezTo>
                  <a:pt x="16847" y="6772"/>
                  <a:pt x="17837" y="8791"/>
                  <a:pt x="17837" y="10967"/>
                </a:cubicBezTo>
                <a:cubicBezTo>
                  <a:pt x="17837" y="14844"/>
                  <a:pt x="14682" y="17999"/>
                  <a:pt x="10805" y="17999"/>
                </a:cubicBezTo>
                <a:cubicBezTo>
                  <a:pt x="6928" y="17999"/>
                  <a:pt x="3770" y="14845"/>
                  <a:pt x="3770" y="10962"/>
                </a:cubicBezTo>
                <a:cubicBezTo>
                  <a:pt x="3770" y="7717"/>
                  <a:pt x="5983" y="4973"/>
                  <a:pt x="8974" y="4168"/>
                </a:cubicBezTo>
                <a:lnTo>
                  <a:pt x="8974" y="1912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85" name="Building…"/>
          <p:cNvSpPr txBox="1"/>
          <p:nvPr/>
        </p:nvSpPr>
        <p:spPr>
          <a:xfrm>
            <a:off x="11075898" y="5296274"/>
            <a:ext cx="3092807" cy="8205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/>
            </a:lvl1pPr>
          </a:lstStyle>
          <a:p>
            <a:pPr/>
            <a:r>
              <a:t>Building…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ID="9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1" dur="2000"/>
                                        <p:tgtEl>
                                          <p:spTgt spid="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2000"/>
                                        <p:tgtEl>
                                          <p:spTgt spid="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Class="entr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9" dur="2000"/>
                                        <p:tgtEl>
                                          <p:spTgt spid="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Class="entr" nodeType="after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3" dur="2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Class="entr" nodeType="afterEffect" presetID="9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7" dur="2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0"/>
                            </p:stCondLst>
                            <p:childTnLst>
                              <p:par>
                                <p:cTn id="29" presetClass="entr" nodeType="afterEffect" presetID="9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1" dur="2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0"/>
                            </p:stCondLst>
                            <p:childTnLst>
                              <p:par>
                                <p:cTn id="33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4000"/>
                            </p:stCondLst>
                            <p:childTnLst>
                              <p:par>
                                <p:cTn id="36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4000"/>
                            </p:stCondLst>
                            <p:childTnLst>
                              <p:par>
                                <p:cTn id="39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000"/>
                            </p:stCondLst>
                            <p:childTnLst>
                              <p:par>
                                <p:cTn id="42" presetClass="entr" nodeType="afterEffect" presetSubtype="0" presetID="1" grpId="1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3" fill="hold"/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4000"/>
                            </p:stCondLst>
                            <p:childTnLst>
                              <p:par>
                                <p:cTn id="45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4000"/>
                            </p:stCondLst>
                            <p:childTnLst>
                              <p:par>
                                <p:cTn id="48" presetClass="entr" nodeType="afterEffect" presetSubtype="0" presetID="1" grpId="1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Class="entr" nodeType="clickEffect" presetSubtype="0" presetID="1" grpId="1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Class="entr" nodeType="afterEffect" presetSubtype="32" presetID="23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Class="emph" nodeType="afterEffect" presetSubtype="0" presetID="8" grpId="16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Rot by="54000000">
                                      <p:cBhvr>
                                        <p:cTn id="61" dur="4000" fill="hold"/>
                                        <p:tgtEl>
                                          <p:spTgt spid="48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000"/>
                            </p:stCondLst>
                            <p:childTnLst>
                              <p:par>
                                <p:cTn id="63" presetClass="entr" nodeType="afterEffect" presetSubtype="0" presetID="1" grpId="17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Class="entr" nodeType="afterEffect" presetID="9" grpId="1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68" dur="20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000"/>
                            </p:stCondLst>
                            <p:childTnLst>
                              <p:par>
                                <p:cTn id="70" presetClass="entr" nodeType="afterEffect" presetID="9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2" dur="200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Class="entr" nodeType="afterEffect" presetID="9" grpId="20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6" dur="200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0"/>
                            </p:stCondLst>
                            <p:childTnLst>
                              <p:par>
                                <p:cTn id="78" presetClass="entr" nodeType="afterEffect" presetID="9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80" dur="2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2000"/>
                            </p:stCondLst>
                            <p:childTnLst>
                              <p:par>
                                <p:cTn id="82" presetClass="entr" nodeType="afterEffect" presetSubtype="0" presetID="1" grpId="2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3" fill="hold"/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2000"/>
                            </p:stCondLst>
                            <p:childTnLst>
                              <p:par>
                                <p:cTn id="85" presetClass="entr" nodeType="afterEffect" presetSubtype="0" presetID="1" grpId="2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2000"/>
                            </p:stCondLst>
                            <p:childTnLst>
                              <p:par>
                                <p:cTn id="88" presetClass="entr" nodeType="afterEffect" presetSubtype="0" presetID="1" grpId="2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54" grpId="11"/>
      <p:bldP build="whole" bldLvl="1" animBg="1" rev="0" advAuto="0" spid="474" grpId="18"/>
      <p:bldP build="whole" bldLvl="1" animBg="1" rev="0" advAuto="0" spid="463" grpId="5"/>
      <p:bldP build="whole" bldLvl="1" animBg="1" rev="0" advAuto="0" spid="484" grpId="15"/>
      <p:bldP build="whole" bldLvl="1" animBg="1" rev="0" advAuto="0" spid="484" grpId="16"/>
      <p:bldP build="whole" bldLvl="1" animBg="1" rev="0" advAuto="0" spid="461" grpId="4"/>
      <p:bldP build="whole" bldLvl="1" animBg="1" rev="0" advAuto="0" spid="467" grpId="7"/>
      <p:bldP build="whole" bldLvl="1" animBg="1" rev="0" advAuto="0" spid="465" grpId="6"/>
      <p:bldP build="whole" bldLvl="1" animBg="1" rev="0" advAuto="0" spid="453" grpId="10"/>
      <p:bldP build="whole" bldLvl="1" animBg="1" rev="0" advAuto="0" spid="451" grpId="8"/>
      <p:bldP build="whole" bldLvl="1" animBg="1" rev="0" advAuto="0" spid="476" grpId="19"/>
      <p:bldP build="whole" bldLvl="1" animBg="1" rev="0" advAuto="0" spid="452" grpId="9"/>
      <p:bldP build="whole" bldLvl="1" animBg="1" rev="0" advAuto="0" spid="483" grpId="17"/>
      <p:bldP build="whole" bldLvl="1" animBg="1" rev="0" advAuto="0" spid="473" grpId="23"/>
      <p:bldP build="whole" bldLvl="1" animBg="1" rev="0" advAuto="0" spid="470" grpId="13"/>
      <p:bldP build="whole" bldLvl="1" animBg="1" rev="0" advAuto="0" spid="457" grpId="2"/>
      <p:bldP build="whole" bldLvl="1" animBg="1" rev="0" advAuto="0" spid="482" grpId="24"/>
      <p:bldP build="whole" bldLvl="1" animBg="1" rev="0" advAuto="0" spid="485" grpId="14"/>
      <p:bldP build="whole" bldLvl="1" animBg="1" rev="0" advAuto="0" spid="459" grpId="3"/>
      <p:bldP build="whole" bldLvl="1" animBg="1" rev="0" advAuto="0" spid="455" grpId="1"/>
      <p:bldP build="whole" bldLvl="1" animBg="1" rev="0" advAuto="0" spid="478" grpId="20"/>
      <p:bldP build="whole" bldLvl="1" animBg="1" rev="0" advAuto="0" spid="480" grpId="21"/>
      <p:bldP build="whole" bldLvl="1" animBg="1" rev="0" advAuto="0" spid="472" grpId="22"/>
      <p:bldP build="whole" bldLvl="1" animBg="1" rev="0" advAuto="0" spid="469" grpId="12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그룹"/>
          <p:cNvGrpSpPr/>
          <p:nvPr/>
        </p:nvGrpSpPr>
        <p:grpSpPr>
          <a:xfrm>
            <a:off x="10065884" y="4333908"/>
            <a:ext cx="4252232" cy="5048184"/>
            <a:chOff x="0" y="0"/>
            <a:chExt cx="4252230" cy="5048182"/>
          </a:xfrm>
        </p:grpSpPr>
        <p:sp>
          <p:nvSpPr>
            <p:cNvPr id="487" name="/css"/>
            <p:cNvSpPr txBox="1"/>
            <p:nvPr/>
          </p:nvSpPr>
          <p:spPr>
            <a:xfrm>
              <a:off x="1360323" y="1591733"/>
              <a:ext cx="1254253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/css</a:t>
              </a:r>
            </a:p>
          </p:txBody>
        </p:sp>
        <p:sp>
          <p:nvSpPr>
            <p:cNvPr id="488" name="/js"/>
            <p:cNvSpPr txBox="1"/>
            <p:nvPr/>
          </p:nvSpPr>
          <p:spPr>
            <a:xfrm>
              <a:off x="1360323" y="2929466"/>
              <a:ext cx="757429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/js</a:t>
              </a:r>
            </a:p>
          </p:txBody>
        </p:sp>
        <p:pic>
          <p:nvPicPr>
            <p:cNvPr id="489" name="선 선" descr="선 선"/>
            <p:cNvPicPr>
              <a:picLocks noChangeAspect="0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 rot="16200000">
              <a:off x="-1129863" y="2818265"/>
              <a:ext cx="3660891" cy="76201"/>
            </a:xfrm>
            <a:prstGeom prst="rect">
              <a:avLst/>
            </a:prstGeom>
            <a:effectLst/>
          </p:spPr>
        </p:pic>
        <p:pic>
          <p:nvPicPr>
            <p:cNvPr id="491" name="선 선" descr="선 선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37861" y="2022373"/>
              <a:ext cx="755220" cy="76201"/>
            </a:xfrm>
            <a:prstGeom prst="rect">
              <a:avLst/>
            </a:prstGeom>
            <a:effectLst/>
          </p:spPr>
        </p:pic>
        <p:pic>
          <p:nvPicPr>
            <p:cNvPr id="493" name="선 선" descr="선 선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37861" y="3295582"/>
              <a:ext cx="755220" cy="76201"/>
            </a:xfrm>
            <a:prstGeom prst="rect">
              <a:avLst/>
            </a:prstGeom>
            <a:effectLst/>
          </p:spPr>
        </p:pic>
        <p:pic>
          <p:nvPicPr>
            <p:cNvPr id="495" name="선 선" descr="선 선"/>
            <p:cNvPicPr>
              <a:picLocks noChangeAspect="0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603995" y="4605866"/>
              <a:ext cx="755220" cy="76201"/>
            </a:xfrm>
            <a:prstGeom prst="rect">
              <a:avLst/>
            </a:prstGeom>
            <a:effectLst/>
          </p:spPr>
        </p:pic>
        <p:sp>
          <p:nvSpPr>
            <p:cNvPr id="497" name="index.html"/>
            <p:cNvSpPr txBox="1"/>
            <p:nvPr/>
          </p:nvSpPr>
          <p:spPr>
            <a:xfrm>
              <a:off x="1326455" y="4239751"/>
              <a:ext cx="2925776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i="1"/>
              </a:lvl1pPr>
            </a:lstStyle>
            <a:p>
              <a:pPr/>
              <a:r>
                <a:t>index.html</a:t>
              </a:r>
            </a:p>
          </p:txBody>
        </p:sp>
        <p:sp>
          <p:nvSpPr>
            <p:cNvPr id="498" name="/src"/>
            <p:cNvSpPr txBox="1"/>
            <p:nvPr/>
          </p:nvSpPr>
          <p:spPr>
            <a:xfrm>
              <a:off x="0" y="0"/>
              <a:ext cx="1141476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/src</a:t>
              </a:r>
            </a:p>
          </p:txBody>
        </p:sp>
      </p:grpSp>
      <p:grpSp>
        <p:nvGrpSpPr>
          <p:cNvPr id="503" name="그룹"/>
          <p:cNvGrpSpPr/>
          <p:nvPr/>
        </p:nvGrpSpPr>
        <p:grpSpPr>
          <a:xfrm>
            <a:off x="9490967" y="2707622"/>
            <a:ext cx="5998743" cy="7271452"/>
            <a:chOff x="-38100" y="0"/>
            <a:chExt cx="5998741" cy="7271451"/>
          </a:xfrm>
        </p:grpSpPr>
        <p:pic>
          <p:nvPicPr>
            <p:cNvPr id="500" name="모서리가 둥근 직사각형 모서리가 둥근 직사각형" descr="모서리가 둥근 직사각형 모서리가 둥근 직사각형"/>
            <p:cNvPicPr>
              <a:picLocks noChangeAspect="0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-38100" y="1272710"/>
              <a:ext cx="5998742" cy="5998742"/>
            </a:xfrm>
            <a:prstGeom prst="rect">
              <a:avLst/>
            </a:prstGeom>
            <a:effectLst/>
          </p:spPr>
        </p:pic>
        <p:sp>
          <p:nvSpPr>
            <p:cNvPr id="502" name="AWS S3"/>
            <p:cNvSpPr txBox="1"/>
            <p:nvPr/>
          </p:nvSpPr>
          <p:spPr>
            <a:xfrm>
              <a:off x="1650389" y="0"/>
              <a:ext cx="2621763" cy="8990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  <a:r>
                <a:t>AWS S3</a:t>
              </a:r>
            </a:p>
          </p:txBody>
        </p:sp>
      </p:grpSp>
      <p:sp>
        <p:nvSpPr>
          <p:cNvPr id="504" name="Function();"/>
          <p:cNvSpPr txBox="1"/>
          <p:nvPr/>
        </p:nvSpPr>
        <p:spPr>
          <a:xfrm>
            <a:off x="10113321" y="5230511"/>
            <a:ext cx="2316253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Function();</a:t>
            </a:r>
          </a:p>
        </p:txBody>
      </p:sp>
      <p:sp>
        <p:nvSpPr>
          <p:cNvPr id="505" name="Function();"/>
          <p:cNvSpPr txBox="1"/>
          <p:nvPr/>
        </p:nvSpPr>
        <p:spPr>
          <a:xfrm>
            <a:off x="9749255" y="6000676"/>
            <a:ext cx="2316252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Function();</a:t>
            </a:r>
          </a:p>
        </p:txBody>
      </p:sp>
      <p:sp>
        <p:nvSpPr>
          <p:cNvPr id="506" name="Function();"/>
          <p:cNvSpPr txBox="1"/>
          <p:nvPr/>
        </p:nvSpPr>
        <p:spPr>
          <a:xfrm>
            <a:off x="12831122" y="9065912"/>
            <a:ext cx="2316252" cy="647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Function();</a:t>
            </a:r>
          </a:p>
        </p:txBody>
      </p:sp>
      <p:sp>
        <p:nvSpPr>
          <p:cNvPr id="507" name="Function();"/>
          <p:cNvSpPr txBox="1"/>
          <p:nvPr/>
        </p:nvSpPr>
        <p:spPr>
          <a:xfrm>
            <a:off x="9867788" y="8778045"/>
            <a:ext cx="2316253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Function();</a:t>
            </a:r>
          </a:p>
        </p:txBody>
      </p:sp>
      <p:sp>
        <p:nvSpPr>
          <p:cNvPr id="508" name="Function();"/>
          <p:cNvSpPr txBox="1"/>
          <p:nvPr/>
        </p:nvSpPr>
        <p:spPr>
          <a:xfrm>
            <a:off x="10816055" y="8117645"/>
            <a:ext cx="2316252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Function();</a:t>
            </a:r>
          </a:p>
        </p:txBody>
      </p:sp>
      <p:sp>
        <p:nvSpPr>
          <p:cNvPr id="509" name="Function();"/>
          <p:cNvSpPr txBox="1"/>
          <p:nvPr/>
        </p:nvSpPr>
        <p:spPr>
          <a:xfrm>
            <a:off x="12153788" y="4460347"/>
            <a:ext cx="2316253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Function();</a:t>
            </a:r>
          </a:p>
        </p:txBody>
      </p:sp>
      <p:sp>
        <p:nvSpPr>
          <p:cNvPr id="510" name="Function();"/>
          <p:cNvSpPr txBox="1"/>
          <p:nvPr/>
        </p:nvSpPr>
        <p:spPr>
          <a:xfrm>
            <a:off x="12831122" y="7643512"/>
            <a:ext cx="2316252" cy="647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Function();</a:t>
            </a:r>
          </a:p>
        </p:txBody>
      </p:sp>
      <p:sp>
        <p:nvSpPr>
          <p:cNvPr id="511" name="Function();"/>
          <p:cNvSpPr txBox="1"/>
          <p:nvPr/>
        </p:nvSpPr>
        <p:spPr>
          <a:xfrm>
            <a:off x="10257255" y="7643512"/>
            <a:ext cx="2316252" cy="6472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Function();</a:t>
            </a:r>
          </a:p>
        </p:txBody>
      </p:sp>
      <p:sp>
        <p:nvSpPr>
          <p:cNvPr id="512" name="Function();"/>
          <p:cNvSpPr txBox="1"/>
          <p:nvPr/>
        </p:nvSpPr>
        <p:spPr>
          <a:xfrm>
            <a:off x="10113321" y="7004278"/>
            <a:ext cx="2316253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Function();</a:t>
            </a:r>
          </a:p>
        </p:txBody>
      </p:sp>
      <p:sp>
        <p:nvSpPr>
          <p:cNvPr id="513" name="Function();"/>
          <p:cNvSpPr txBox="1"/>
          <p:nvPr/>
        </p:nvSpPr>
        <p:spPr>
          <a:xfrm>
            <a:off x="12509388" y="6763129"/>
            <a:ext cx="2316253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Function();</a:t>
            </a:r>
          </a:p>
        </p:txBody>
      </p:sp>
      <p:sp>
        <p:nvSpPr>
          <p:cNvPr id="514" name="Function();"/>
          <p:cNvSpPr txBox="1"/>
          <p:nvPr/>
        </p:nvSpPr>
        <p:spPr>
          <a:xfrm>
            <a:off x="12661788" y="5713413"/>
            <a:ext cx="2316253" cy="6472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pPr/>
            <a:r>
              <a:t>Function();</a:t>
            </a:r>
          </a:p>
        </p:txBody>
      </p:sp>
      <p:sp>
        <p:nvSpPr>
          <p:cNvPr id="515" name="Serverless"/>
          <p:cNvSpPr txBox="1"/>
          <p:nvPr/>
        </p:nvSpPr>
        <p:spPr>
          <a:xfrm>
            <a:off x="10308580" y="1341907"/>
            <a:ext cx="4363518" cy="1168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200"/>
            </a:lvl1pPr>
          </a:lstStyle>
          <a:p>
            <a:pPr/>
            <a:r>
              <a:t>Serverless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click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265279 -0.003482" origin="layout" pathEditMode="relative">
                                      <p:cBhvr>
                                        <p:cTn id="6" dur="1000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nodeType="clickEffect" presetSubtype="4" presetID="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path" nodeType="afterEffect" presetSubtype="0" presetID="-1" grpId="3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-0.265279 -0.003482 L 0.000058 -0.001635" origin="layout" pathEditMode="relative">
                                      <p:cBhvr>
                                        <p:cTn id="15" dur="1000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Class="exit" nodeType="clickEffect" presetSubtype="32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 calcmode="lin" valueType="num">
                                      <p:cBhvr>
                                        <p:cTn id="19" dur="2500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0" fill="hold"/>
                                        <p:tgtEl>
                                          <p:spTgt spid="4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fill="hold">
                                          <p:stCondLst>
                                            <p:cond delay="2499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Class="entr" nodeType="afterEffect" presetSubtype="0" presetID="1" grpId="5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Class="entr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Class="entr" nodeType="afterEffect" presetSubtype="0" presetID="1" grpId="9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Class="entr" nodeType="afterEffect" presetSubtype="0" presetID="1" grpId="1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500"/>
                            </p:stCondLst>
                            <p:childTnLst>
                              <p:par>
                                <p:cTn id="44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Class="entr" nodeType="afterEffect" presetSubtype="0" presetID="1" grpId="1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8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Class="entr" nodeType="afterEffect" presetSubtype="0" presetID="1" grpId="1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Class="entr" nodeType="afterEffect" presetSubtype="0" presetID="1" grpId="15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07" grpId="8"/>
      <p:bldP build="whole" bldLvl="1" animBg="1" rev="0" advAuto="0" spid="514" grpId="15"/>
      <p:bldP build="whole" bldLvl="1" animBg="1" rev="0" advAuto="0" spid="513" grpId="14"/>
      <p:bldP build="whole" bldLvl="1" animBg="1" rev="0" advAuto="0" spid="504" grpId="5"/>
      <p:bldP build="whole" bldLvl="1" animBg="1" rev="0" advAuto="0" spid="499" grpId="4"/>
      <p:bldP build="whole" bldLvl="1" animBg="1" rev="0" advAuto="0" spid="509" grpId="10"/>
      <p:bldP build="whole" bldLvl="1" animBg="1" rev="0" advAuto="0" spid="503" grpId="2"/>
      <p:bldP build="whole" bldLvl="1" animBg="1" rev="0" advAuto="0" spid="505" grpId="6"/>
      <p:bldP build="whole" bldLvl="1" animBg="1" rev="0" advAuto="0" spid="510" grpId="11"/>
      <p:bldP build="whole" bldLvl="1" animBg="1" rev="0" advAuto="0" spid="506" grpId="7"/>
      <p:bldP build="whole" bldLvl="1" animBg="1" rev="0" advAuto="0" spid="508" grpId="9"/>
      <p:bldP build="whole" bldLvl="1" animBg="1" rev="0" advAuto="0" spid="511" grpId="12"/>
      <p:bldP build="whole" bldLvl="1" animBg="1" rev="0" advAuto="0" spid="512" grpId="13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Backend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Backend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Capstone 2. Full-Stack Web Application"/>
          <p:cNvSpPr txBox="1"/>
          <p:nvPr>
            <p:ph type="title"/>
          </p:nvPr>
        </p:nvSpPr>
        <p:spPr>
          <a:xfrm>
            <a:off x="376341" y="445180"/>
            <a:ext cx="12811961" cy="819508"/>
          </a:xfrm>
          <a:prstGeom prst="rect">
            <a:avLst/>
          </a:prstGeom>
        </p:spPr>
        <p:txBody>
          <a:bodyPr/>
          <a:lstStyle>
            <a:lvl1pPr defTabSz="1536153">
              <a:defRPr spc="-95" sz="4788"/>
            </a:lvl1pPr>
          </a:lstStyle>
          <a:p>
            <a:pPr/>
            <a:r>
              <a:t>Capstone 2. Full-Stack Web Application</a:t>
            </a:r>
          </a:p>
        </p:txBody>
      </p:sp>
      <p:sp>
        <p:nvSpPr>
          <p:cNvPr id="520" name="Back…"/>
          <p:cNvSpPr/>
          <p:nvPr/>
        </p:nvSpPr>
        <p:spPr>
          <a:xfrm>
            <a:off x="11150794" y="5530493"/>
            <a:ext cx="1891810" cy="189181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Back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-End</a:t>
            </a:r>
          </a:p>
        </p:txBody>
      </p:sp>
      <p:pic>
        <p:nvPicPr>
          <p:cNvPr id="547" name="연결선" descr="연결선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03650" y="4107023"/>
            <a:ext cx="2835585" cy="1461568"/>
          </a:xfrm>
          <a:prstGeom prst="rect">
            <a:avLst/>
          </a:prstGeom>
        </p:spPr>
      </p:pic>
      <p:sp>
        <p:nvSpPr>
          <p:cNvPr id="522" name="Thread"/>
          <p:cNvSpPr txBox="1"/>
          <p:nvPr/>
        </p:nvSpPr>
        <p:spPr>
          <a:xfrm>
            <a:off x="13306861" y="3448452"/>
            <a:ext cx="1638606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Thread</a:t>
            </a:r>
          </a:p>
        </p:txBody>
      </p:sp>
      <p:pic>
        <p:nvPicPr>
          <p:cNvPr id="549" name="연결선" descr="연결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74435" y="4160396"/>
            <a:ext cx="3062031" cy="1408196"/>
          </a:xfrm>
          <a:prstGeom prst="rect">
            <a:avLst/>
          </a:prstGeom>
        </p:spPr>
      </p:pic>
      <p:sp>
        <p:nvSpPr>
          <p:cNvPr id="524" name="User"/>
          <p:cNvSpPr txBox="1"/>
          <p:nvPr/>
        </p:nvSpPr>
        <p:spPr>
          <a:xfrm>
            <a:off x="9280237" y="3448452"/>
            <a:ext cx="1138887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User</a:t>
            </a:r>
          </a:p>
        </p:txBody>
      </p:sp>
      <p:pic>
        <p:nvPicPr>
          <p:cNvPr id="551" name="연결선" descr="연결선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951301" y="2861611"/>
            <a:ext cx="1704449" cy="1446274"/>
          </a:xfrm>
          <a:prstGeom prst="rect">
            <a:avLst/>
          </a:prstGeom>
        </p:spPr>
      </p:pic>
      <p:sp>
        <p:nvSpPr>
          <p:cNvPr id="526" name="Title"/>
          <p:cNvSpPr txBox="1"/>
          <p:nvPr/>
        </p:nvSpPr>
        <p:spPr>
          <a:xfrm>
            <a:off x="16617649" y="2576933"/>
            <a:ext cx="1052933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Title</a:t>
            </a:r>
          </a:p>
        </p:txBody>
      </p:sp>
      <p:pic>
        <p:nvPicPr>
          <p:cNvPr id="553" name="연결선" descr="연결선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820904" y="4206284"/>
            <a:ext cx="1834840" cy="2024998"/>
          </a:xfrm>
          <a:prstGeom prst="rect">
            <a:avLst/>
          </a:prstGeom>
        </p:spPr>
      </p:pic>
      <p:sp>
        <p:nvSpPr>
          <p:cNvPr id="528" name="Description"/>
          <p:cNvSpPr txBox="1"/>
          <p:nvPr/>
        </p:nvSpPr>
        <p:spPr>
          <a:xfrm>
            <a:off x="16617649" y="5897796"/>
            <a:ext cx="2627987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Description</a:t>
            </a:r>
          </a:p>
        </p:txBody>
      </p:sp>
      <p:pic>
        <p:nvPicPr>
          <p:cNvPr id="555" name="연결선" descr="연결선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4772915" y="4180884"/>
            <a:ext cx="1882828" cy="3771312"/>
          </a:xfrm>
          <a:prstGeom prst="rect">
            <a:avLst/>
          </a:prstGeom>
        </p:spPr>
      </p:pic>
      <p:sp>
        <p:nvSpPr>
          <p:cNvPr id="530" name="Create Time"/>
          <p:cNvSpPr txBox="1"/>
          <p:nvPr/>
        </p:nvSpPr>
        <p:spPr>
          <a:xfrm>
            <a:off x="16617649" y="7615644"/>
            <a:ext cx="2772005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Create Time</a:t>
            </a:r>
          </a:p>
        </p:txBody>
      </p:sp>
      <p:pic>
        <p:nvPicPr>
          <p:cNvPr id="557" name="연결선" descr="연결선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4962383" y="4205578"/>
            <a:ext cx="1693366" cy="332269"/>
          </a:xfrm>
          <a:prstGeom prst="rect">
            <a:avLst/>
          </a:prstGeom>
        </p:spPr>
      </p:pic>
      <p:sp>
        <p:nvSpPr>
          <p:cNvPr id="532" name="User.Nickname"/>
          <p:cNvSpPr txBox="1"/>
          <p:nvPr/>
        </p:nvSpPr>
        <p:spPr>
          <a:xfrm>
            <a:off x="16617649" y="4154549"/>
            <a:ext cx="3415742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User.Nickname</a:t>
            </a:r>
          </a:p>
        </p:txBody>
      </p:sp>
      <p:pic>
        <p:nvPicPr>
          <p:cNvPr id="559" name="연결선" descr="연결선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268875" y="4166608"/>
            <a:ext cx="2921742" cy="285948"/>
          </a:xfrm>
          <a:prstGeom prst="rect">
            <a:avLst/>
          </a:prstGeom>
        </p:spPr>
      </p:pic>
      <p:pic>
        <p:nvPicPr>
          <p:cNvPr id="561" name="연결선" descr="연결선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703193" y="4097665"/>
            <a:ext cx="2469556" cy="2107952"/>
          </a:xfrm>
          <a:prstGeom prst="rect">
            <a:avLst/>
          </a:prstGeom>
        </p:spPr>
      </p:pic>
      <p:pic>
        <p:nvPicPr>
          <p:cNvPr id="563" name="연결선" descr="연결선"/>
          <p:cNvPicPr>
            <a:picLocks noChangeAspect="0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414894" y="2611337"/>
            <a:ext cx="2763699" cy="1643496"/>
          </a:xfrm>
          <a:prstGeom prst="rect">
            <a:avLst/>
          </a:prstGeom>
        </p:spPr>
      </p:pic>
      <p:sp>
        <p:nvSpPr>
          <p:cNvPr id="536" name="Nickname"/>
          <p:cNvSpPr txBox="1"/>
          <p:nvPr/>
        </p:nvSpPr>
        <p:spPr>
          <a:xfrm>
            <a:off x="4146877" y="2354417"/>
            <a:ext cx="2306118" cy="647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Nickname</a:t>
            </a:r>
          </a:p>
        </p:txBody>
      </p:sp>
      <p:sp>
        <p:nvSpPr>
          <p:cNvPr id="537" name="Id"/>
          <p:cNvSpPr txBox="1"/>
          <p:nvPr/>
        </p:nvSpPr>
        <p:spPr>
          <a:xfrm>
            <a:off x="5778452" y="4110365"/>
            <a:ext cx="528524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Id</a:t>
            </a:r>
          </a:p>
        </p:txBody>
      </p:sp>
      <p:sp>
        <p:nvSpPr>
          <p:cNvPr id="538" name="Password"/>
          <p:cNvSpPr txBox="1"/>
          <p:nvPr/>
        </p:nvSpPr>
        <p:spPr>
          <a:xfrm>
            <a:off x="4468094" y="5818495"/>
            <a:ext cx="2273200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Password</a:t>
            </a:r>
          </a:p>
        </p:txBody>
      </p:sp>
      <p:pic>
        <p:nvPicPr>
          <p:cNvPr id="565" name="연결선" descr="연결선"/>
          <p:cNvPicPr>
            <a:picLocks noChangeAspect="0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0258551" y="7382698"/>
            <a:ext cx="3007138" cy="2497532"/>
          </a:xfrm>
          <a:prstGeom prst="rect">
            <a:avLst/>
          </a:prstGeom>
        </p:spPr>
      </p:pic>
      <p:sp>
        <p:nvSpPr>
          <p:cNvPr id="540" name="Comment"/>
          <p:cNvSpPr txBox="1"/>
          <p:nvPr/>
        </p:nvSpPr>
        <p:spPr>
          <a:xfrm>
            <a:off x="10481377" y="8965854"/>
            <a:ext cx="2255369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Comment</a:t>
            </a:r>
          </a:p>
        </p:txBody>
      </p:sp>
      <p:pic>
        <p:nvPicPr>
          <p:cNvPr id="567" name="연결선" descr="연결선"/>
          <p:cNvPicPr>
            <a:picLocks noChangeAspect="0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7390615" y="9691677"/>
            <a:ext cx="2972024" cy="713607"/>
          </a:xfrm>
          <a:prstGeom prst="rect">
            <a:avLst/>
          </a:prstGeom>
        </p:spPr>
      </p:pic>
      <p:pic>
        <p:nvPicPr>
          <p:cNvPr id="569" name="연결선" descr="연결선"/>
          <p:cNvPicPr>
            <a:picLocks noChangeAspect="0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7390616" y="9627826"/>
            <a:ext cx="2976610" cy="2758316"/>
          </a:xfrm>
          <a:prstGeom prst="rect">
            <a:avLst/>
          </a:prstGeom>
        </p:spPr>
      </p:pic>
      <p:pic>
        <p:nvPicPr>
          <p:cNvPr id="571" name="연결선" descr="연결선"/>
          <p:cNvPicPr>
            <a:picLocks noChangeAspect="0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7390616" y="8026833"/>
            <a:ext cx="2954155" cy="1761770"/>
          </a:xfrm>
          <a:prstGeom prst="rect">
            <a:avLst/>
          </a:prstGeom>
        </p:spPr>
      </p:pic>
      <p:sp>
        <p:nvSpPr>
          <p:cNvPr id="544" name="Comment"/>
          <p:cNvSpPr txBox="1"/>
          <p:nvPr/>
        </p:nvSpPr>
        <p:spPr>
          <a:xfrm>
            <a:off x="5173348" y="7731105"/>
            <a:ext cx="2255368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Comment</a:t>
            </a:r>
          </a:p>
        </p:txBody>
      </p:sp>
      <p:sp>
        <p:nvSpPr>
          <p:cNvPr id="545" name="User.id"/>
          <p:cNvSpPr txBox="1"/>
          <p:nvPr/>
        </p:nvSpPr>
        <p:spPr>
          <a:xfrm>
            <a:off x="5807484" y="9976754"/>
            <a:ext cx="1621233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User.id</a:t>
            </a:r>
          </a:p>
        </p:txBody>
      </p:sp>
      <p:sp>
        <p:nvSpPr>
          <p:cNvPr id="546" name="Create Time"/>
          <p:cNvSpPr txBox="1"/>
          <p:nvPr/>
        </p:nvSpPr>
        <p:spPr>
          <a:xfrm>
            <a:off x="4656712" y="11900240"/>
            <a:ext cx="2772005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Create Time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Class="entr" nodeType="after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4" dur="2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4000"/>
                            </p:stCondLst>
                            <p:childTnLst>
                              <p:par>
                                <p:cTn id="16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Class="entr" nodeType="after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1" dur="2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000"/>
                            </p:stCondLst>
                            <p:childTnLst>
                              <p:par>
                                <p:cTn id="23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Class="entr" nodeType="afterEffect" presetID="9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8" dur="2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ID="9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6" dur="200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Class="entr" nodeType="afterEffect" presetID="9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43" dur="20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Class="entr" nodeType="afterEffect" presetID="9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50" dur="20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6000"/>
                            </p:stCondLst>
                            <p:childTnLst>
                              <p:par>
                                <p:cTn id="52" presetClass="entr" nodeType="afterEffect" presetSubtype="0" presetID="1" grpId="1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Class="entr" nodeType="afterEffect" presetID="9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57" dur="2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8000"/>
                            </p:stCondLst>
                            <p:childTnLst>
                              <p:par>
                                <p:cTn id="59" presetClass="entr" nodeType="afterEffect" presetSubtype="0" presetID="1" grpId="16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Class="entr" nodeType="clickEffect" presetID="9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65" dur="200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Class="entr" nodeType="afterEffect" presetSubtype="0" presetID="1" grpId="18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Class="entr" nodeType="afterEffect" presetID="9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2" dur="2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0"/>
                            </p:stCondLst>
                            <p:childTnLst>
                              <p:par>
                                <p:cTn id="74" presetClass="entr" nodeType="afterEffect" presetSubtype="0" presetID="1" grpId="20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Class="entr" nodeType="afterEffect" presetID="9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9" dur="20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6000"/>
                            </p:stCondLst>
                            <p:childTnLst>
                              <p:par>
                                <p:cTn id="81" presetClass="entr" nodeType="afterEffect" presetSubtype="0" presetID="1" grpId="2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6000"/>
                            </p:stCondLst>
                            <p:childTnLst>
                              <p:par>
                                <p:cTn id="84" presetClass="entr" nodeType="afterEffect" presetID="9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86" dur="2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000"/>
                            </p:stCondLst>
                            <p:childTnLst>
                              <p:par>
                                <p:cTn id="88" presetClass="entr" nodeType="afterEffect" presetSubtype="0" presetID="1" grpId="2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Class="entr" nodeType="afterEffect" presetID="9" grpId="2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2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93" dur="2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0000"/>
                            </p:stCondLst>
                            <p:childTnLst>
                              <p:par>
                                <p:cTn id="95" presetClass="entr" nodeType="afterEffect" presetSubtype="0" presetID="1" grpId="26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6" fill="hold"/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537" grpId="6"/>
      <p:bldP build="whole" bldLvl="1" animBg="1" rev="0" advAuto="0" spid="547" grpId="17"/>
      <p:bldP build="whole" bldLvl="1" animBg="1" rev="0" advAuto="0" spid="555" grpId="25"/>
      <p:bldP build="whole" bldLvl="1" animBg="1" rev="0" advAuto="0" spid="565" grpId="9"/>
      <p:bldP build="whole" bldLvl="1" animBg="1" rev="0" advAuto="0" spid="569" grpId="15"/>
      <p:bldP build="whole" bldLvl="1" animBg="1" rev="0" advAuto="0" spid="546" grpId="16"/>
      <p:bldP build="whole" bldLvl="1" animBg="1" rev="0" advAuto="0" spid="526" grpId="20"/>
      <p:bldP build="whole" bldLvl="1" animBg="1" rev="0" advAuto="0" spid="549" grpId="1"/>
      <p:bldP build="whole" bldLvl="1" animBg="1" rev="0" advAuto="0" spid="532" grpId="22"/>
      <p:bldP build="whole" bldLvl="1" animBg="1" rev="0" advAuto="0" spid="528" grpId="24"/>
      <p:bldP build="whole" bldLvl="1" animBg="1" rev="0" advAuto="0" spid="536" grpId="4"/>
      <p:bldP build="whole" bldLvl="1" animBg="1" rev="0" advAuto="0" spid="522" grpId="18"/>
      <p:bldP build="whole" bldLvl="1" animBg="1" rev="0" advAuto="0" spid="540" grpId="10"/>
      <p:bldP build="whole" bldLvl="1" animBg="1" rev="0" advAuto="0" spid="551" grpId="19"/>
      <p:bldP build="whole" bldLvl="1" animBg="1" rev="0" advAuto="0" spid="545" grpId="14"/>
      <p:bldP build="whole" bldLvl="1" animBg="1" rev="0" advAuto="0" spid="563" grpId="3"/>
      <p:bldP build="whole" bldLvl="1" animBg="1" rev="0" advAuto="0" spid="524" grpId="2"/>
      <p:bldP build="whole" bldLvl="1" animBg="1" rev="0" advAuto="0" spid="553" grpId="23"/>
      <p:bldP build="whole" bldLvl="1" animBg="1" rev="0" advAuto="0" spid="530" grpId="26"/>
      <p:bldP build="whole" bldLvl="1" animBg="1" rev="0" advAuto="0" spid="538" grpId="8"/>
      <p:bldP build="whole" bldLvl="1" animBg="1" rev="0" advAuto="0" spid="544" grpId="12"/>
      <p:bldP build="whole" bldLvl="1" animBg="1" rev="0" advAuto="0" spid="561" grpId="7"/>
      <p:bldP build="whole" bldLvl="1" animBg="1" rev="0" advAuto="0" spid="559" grpId="5"/>
      <p:bldP build="whole" bldLvl="1" animBg="1" rev="0" advAuto="0" spid="571" grpId="11"/>
      <p:bldP build="whole" bldLvl="1" animBg="1" rev="0" advAuto="0" spid="557" grpId="21"/>
      <p:bldP build="whole" bldLvl="1" animBg="1" rev="0" advAuto="0" spid="567" grpId="13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그룹"/>
          <p:cNvGrpSpPr/>
          <p:nvPr/>
        </p:nvGrpSpPr>
        <p:grpSpPr>
          <a:xfrm>
            <a:off x="7196987" y="1539637"/>
            <a:ext cx="9990026" cy="10636726"/>
            <a:chOff x="0" y="0"/>
            <a:chExt cx="9990025" cy="10636724"/>
          </a:xfrm>
        </p:grpSpPr>
        <p:sp>
          <p:nvSpPr>
            <p:cNvPr id="574" name="직사각형"/>
            <p:cNvSpPr/>
            <p:nvPr/>
          </p:nvSpPr>
          <p:spPr>
            <a:xfrm>
              <a:off x="0" y="0"/>
              <a:ext cx="3404542" cy="4532259"/>
            </a:xfrm>
            <a:prstGeom prst="rect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575" name="선"/>
            <p:cNvSpPr/>
            <p:nvPr/>
          </p:nvSpPr>
          <p:spPr>
            <a:xfrm>
              <a:off x="9063" y="991324"/>
              <a:ext cx="3386414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76" name="Threads"/>
            <p:cNvSpPr txBox="1"/>
            <p:nvPr/>
          </p:nvSpPr>
          <p:spPr>
            <a:xfrm>
              <a:off x="1094651" y="455074"/>
              <a:ext cx="1215239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Threads</a:t>
              </a:r>
            </a:p>
          </p:txBody>
        </p:sp>
        <p:sp>
          <p:nvSpPr>
            <p:cNvPr id="577" name="title: String"/>
            <p:cNvSpPr txBox="1"/>
            <p:nvPr/>
          </p:nvSpPr>
          <p:spPr>
            <a:xfrm>
              <a:off x="82346" y="1151727"/>
              <a:ext cx="1581913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title: String</a:t>
              </a:r>
            </a:p>
          </p:txBody>
        </p:sp>
        <p:sp>
          <p:nvSpPr>
            <p:cNvPr id="578" name="description: String"/>
            <p:cNvSpPr txBox="1"/>
            <p:nvPr/>
          </p:nvSpPr>
          <p:spPr>
            <a:xfrm>
              <a:off x="82346" y="1633994"/>
              <a:ext cx="2609393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description: String</a:t>
              </a:r>
            </a:p>
          </p:txBody>
        </p:sp>
        <p:sp>
          <p:nvSpPr>
            <p:cNvPr id="579" name="createTime: Long"/>
            <p:cNvSpPr txBox="1"/>
            <p:nvPr/>
          </p:nvSpPr>
          <p:spPr>
            <a:xfrm>
              <a:off x="82346" y="2116262"/>
              <a:ext cx="2485645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createTime: Long</a:t>
              </a:r>
            </a:p>
          </p:txBody>
        </p:sp>
        <p:sp>
          <p:nvSpPr>
            <p:cNvPr id="580" name="createUserId: Long"/>
            <p:cNvSpPr txBox="1"/>
            <p:nvPr/>
          </p:nvSpPr>
          <p:spPr>
            <a:xfrm>
              <a:off x="82346" y="2598529"/>
              <a:ext cx="2716683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createUserId: Long</a:t>
              </a:r>
            </a:p>
          </p:txBody>
        </p:sp>
        <p:sp>
          <p:nvSpPr>
            <p:cNvPr id="581" name="직사각형"/>
            <p:cNvSpPr/>
            <p:nvPr/>
          </p:nvSpPr>
          <p:spPr>
            <a:xfrm>
              <a:off x="6585483" y="0"/>
              <a:ext cx="3404543" cy="4532259"/>
            </a:xfrm>
            <a:prstGeom prst="rect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582" name="선"/>
            <p:cNvSpPr/>
            <p:nvPr/>
          </p:nvSpPr>
          <p:spPr>
            <a:xfrm>
              <a:off x="6594547" y="991324"/>
              <a:ext cx="3386414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83" name="Comment"/>
            <p:cNvSpPr txBox="1"/>
            <p:nvPr/>
          </p:nvSpPr>
          <p:spPr>
            <a:xfrm>
              <a:off x="7558521" y="455074"/>
              <a:ext cx="1458469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Comment</a:t>
              </a:r>
            </a:p>
          </p:txBody>
        </p:sp>
        <p:sp>
          <p:nvSpPr>
            <p:cNvPr id="584" name="comment: String"/>
            <p:cNvSpPr txBox="1"/>
            <p:nvPr/>
          </p:nvSpPr>
          <p:spPr>
            <a:xfrm>
              <a:off x="6751614" y="1151727"/>
              <a:ext cx="237866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comment: String</a:t>
              </a:r>
            </a:p>
          </p:txBody>
        </p:sp>
        <p:sp>
          <p:nvSpPr>
            <p:cNvPr id="585" name="createTime: Long"/>
            <p:cNvSpPr txBox="1"/>
            <p:nvPr/>
          </p:nvSpPr>
          <p:spPr>
            <a:xfrm>
              <a:off x="6751614" y="1757484"/>
              <a:ext cx="2485645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createTime: Long</a:t>
              </a:r>
            </a:p>
          </p:txBody>
        </p:sp>
        <p:sp>
          <p:nvSpPr>
            <p:cNvPr id="586" name="createUserId: Long"/>
            <p:cNvSpPr txBox="1"/>
            <p:nvPr/>
          </p:nvSpPr>
          <p:spPr>
            <a:xfrm>
              <a:off x="6751614" y="2363241"/>
              <a:ext cx="2716683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createUserId: Long</a:t>
              </a:r>
            </a:p>
          </p:txBody>
        </p:sp>
        <p:sp>
          <p:nvSpPr>
            <p:cNvPr id="587" name="선"/>
            <p:cNvSpPr/>
            <p:nvPr/>
          </p:nvSpPr>
          <p:spPr>
            <a:xfrm>
              <a:off x="3395641" y="1813517"/>
              <a:ext cx="3198743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88" name="1"/>
            <p:cNvSpPr txBox="1"/>
            <p:nvPr/>
          </p:nvSpPr>
          <p:spPr>
            <a:xfrm>
              <a:off x="3480871" y="1269567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589" name="*"/>
            <p:cNvSpPr txBox="1"/>
            <p:nvPr/>
          </p:nvSpPr>
          <p:spPr>
            <a:xfrm>
              <a:off x="6215605" y="1896100"/>
              <a:ext cx="22159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*</a:t>
              </a:r>
            </a:p>
          </p:txBody>
        </p:sp>
        <p:sp>
          <p:nvSpPr>
            <p:cNvPr id="590" name="직사각형"/>
            <p:cNvSpPr/>
            <p:nvPr/>
          </p:nvSpPr>
          <p:spPr>
            <a:xfrm>
              <a:off x="3292741" y="6104466"/>
              <a:ext cx="3404543" cy="4532259"/>
            </a:xfrm>
            <a:prstGeom prst="rect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591" name="선"/>
            <p:cNvSpPr/>
            <p:nvPr/>
          </p:nvSpPr>
          <p:spPr>
            <a:xfrm>
              <a:off x="3301805" y="7095790"/>
              <a:ext cx="3386414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592" name="User"/>
            <p:cNvSpPr txBox="1"/>
            <p:nvPr/>
          </p:nvSpPr>
          <p:spPr>
            <a:xfrm>
              <a:off x="4619042" y="6562922"/>
              <a:ext cx="751942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User</a:t>
              </a:r>
            </a:p>
          </p:txBody>
        </p:sp>
        <p:sp>
          <p:nvSpPr>
            <p:cNvPr id="593" name="id: Long"/>
            <p:cNvSpPr txBox="1"/>
            <p:nvPr/>
          </p:nvSpPr>
          <p:spPr>
            <a:xfrm>
              <a:off x="3375087" y="7256194"/>
              <a:ext cx="1221030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id: Long</a:t>
              </a:r>
            </a:p>
          </p:txBody>
        </p:sp>
        <p:sp>
          <p:nvSpPr>
            <p:cNvPr id="594" name="userId: Long"/>
            <p:cNvSpPr txBox="1"/>
            <p:nvPr/>
          </p:nvSpPr>
          <p:spPr>
            <a:xfrm>
              <a:off x="3375087" y="7738461"/>
              <a:ext cx="1819352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userId: Long</a:t>
              </a:r>
            </a:p>
          </p:txBody>
        </p:sp>
        <p:sp>
          <p:nvSpPr>
            <p:cNvPr id="595" name="userNickname: String"/>
            <p:cNvSpPr txBox="1"/>
            <p:nvPr/>
          </p:nvSpPr>
          <p:spPr>
            <a:xfrm>
              <a:off x="3375087" y="8220729"/>
              <a:ext cx="3044344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userNickname: String</a:t>
              </a:r>
            </a:p>
          </p:txBody>
        </p:sp>
        <p:sp>
          <p:nvSpPr>
            <p:cNvPr id="596" name="userPassword: String"/>
            <p:cNvSpPr txBox="1"/>
            <p:nvPr/>
          </p:nvSpPr>
          <p:spPr>
            <a:xfrm>
              <a:off x="3375087" y="8702996"/>
              <a:ext cx="3026665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userPassword: String</a:t>
              </a:r>
            </a:p>
          </p:txBody>
        </p:sp>
        <p:sp>
          <p:nvSpPr>
            <p:cNvPr id="597" name="id: Long"/>
            <p:cNvSpPr txBox="1"/>
            <p:nvPr/>
          </p:nvSpPr>
          <p:spPr>
            <a:xfrm>
              <a:off x="82346" y="3080797"/>
              <a:ext cx="1221029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id: Long</a:t>
              </a:r>
            </a:p>
          </p:txBody>
        </p:sp>
        <p:sp>
          <p:nvSpPr>
            <p:cNvPr id="598" name="id: Long"/>
            <p:cNvSpPr txBox="1"/>
            <p:nvPr/>
          </p:nvSpPr>
          <p:spPr>
            <a:xfrm>
              <a:off x="6779479" y="2968999"/>
              <a:ext cx="122103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id: Long</a:t>
              </a:r>
            </a:p>
          </p:txBody>
        </p:sp>
        <p:sp>
          <p:nvSpPr>
            <p:cNvPr id="599" name="선"/>
            <p:cNvSpPr/>
            <p:nvPr/>
          </p:nvSpPr>
          <p:spPr>
            <a:xfrm>
              <a:off x="1511176" y="4551601"/>
              <a:ext cx="1799111" cy="2549218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600" name="1"/>
            <p:cNvSpPr txBox="1"/>
            <p:nvPr/>
          </p:nvSpPr>
          <p:spPr>
            <a:xfrm>
              <a:off x="2744272" y="6865107"/>
              <a:ext cx="283769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601" name="*"/>
            <p:cNvSpPr txBox="1"/>
            <p:nvPr/>
          </p:nvSpPr>
          <p:spPr>
            <a:xfrm>
              <a:off x="1956871" y="4654400"/>
              <a:ext cx="22159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*</a:t>
              </a:r>
            </a:p>
          </p:txBody>
        </p:sp>
        <p:sp>
          <p:nvSpPr>
            <p:cNvPr id="602" name="선"/>
            <p:cNvSpPr/>
            <p:nvPr/>
          </p:nvSpPr>
          <p:spPr>
            <a:xfrm flipV="1">
              <a:off x="6680170" y="4514861"/>
              <a:ext cx="1588100" cy="2622698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603" name="1"/>
            <p:cNvSpPr txBox="1"/>
            <p:nvPr/>
          </p:nvSpPr>
          <p:spPr>
            <a:xfrm>
              <a:off x="6961985" y="6865107"/>
              <a:ext cx="283770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604" name="*"/>
            <p:cNvSpPr txBox="1"/>
            <p:nvPr/>
          </p:nvSpPr>
          <p:spPr>
            <a:xfrm>
              <a:off x="7648348" y="4654400"/>
              <a:ext cx="221591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*</a:t>
              </a:r>
            </a:p>
          </p:txBody>
        </p:sp>
        <p:sp>
          <p:nvSpPr>
            <p:cNvPr id="605" name="&lt;&lt;ORM Persistable&gt;&gt;"/>
            <p:cNvSpPr txBox="1"/>
            <p:nvPr/>
          </p:nvSpPr>
          <p:spPr>
            <a:xfrm>
              <a:off x="130569" y="13581"/>
              <a:ext cx="3143403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&lt;&lt;ORM Persistable&gt;&gt;</a:t>
              </a:r>
            </a:p>
          </p:txBody>
        </p:sp>
        <p:sp>
          <p:nvSpPr>
            <p:cNvPr id="606" name="&lt;&lt;ORM Persistable&gt;&gt;"/>
            <p:cNvSpPr txBox="1"/>
            <p:nvPr/>
          </p:nvSpPr>
          <p:spPr>
            <a:xfrm>
              <a:off x="6716053" y="13581"/>
              <a:ext cx="3143404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&lt;&lt;ORM Persistable&gt;&gt;</a:t>
              </a:r>
            </a:p>
          </p:txBody>
        </p:sp>
        <p:sp>
          <p:nvSpPr>
            <p:cNvPr id="607" name="&lt;&lt;ORM Persistable&gt;&gt;"/>
            <p:cNvSpPr txBox="1"/>
            <p:nvPr/>
          </p:nvSpPr>
          <p:spPr>
            <a:xfrm>
              <a:off x="3423311" y="6129867"/>
              <a:ext cx="3143404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&lt;&lt;ORM Persistable&gt;&gt;</a:t>
              </a:r>
            </a:p>
          </p:txBody>
        </p:sp>
        <p:sp>
          <p:nvSpPr>
            <p:cNvPr id="608" name="Threads"/>
            <p:cNvSpPr txBox="1"/>
            <p:nvPr/>
          </p:nvSpPr>
          <p:spPr>
            <a:xfrm>
              <a:off x="3520979" y="1896100"/>
              <a:ext cx="1215239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Threads</a:t>
              </a:r>
            </a:p>
          </p:txBody>
        </p:sp>
        <p:sp>
          <p:nvSpPr>
            <p:cNvPr id="609" name="Comment"/>
            <p:cNvSpPr txBox="1"/>
            <p:nvPr/>
          </p:nvSpPr>
          <p:spPr>
            <a:xfrm>
              <a:off x="5052420" y="1364851"/>
              <a:ext cx="1458469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Comment</a:t>
              </a:r>
            </a:p>
          </p:txBody>
        </p:sp>
        <p:sp>
          <p:nvSpPr>
            <p:cNvPr id="610" name="Threads"/>
            <p:cNvSpPr txBox="1"/>
            <p:nvPr/>
          </p:nvSpPr>
          <p:spPr>
            <a:xfrm>
              <a:off x="265683" y="4654400"/>
              <a:ext cx="1215238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Threads</a:t>
              </a:r>
            </a:p>
          </p:txBody>
        </p:sp>
        <p:sp>
          <p:nvSpPr>
            <p:cNvPr id="611" name="User"/>
            <p:cNvSpPr txBox="1"/>
            <p:nvPr/>
          </p:nvSpPr>
          <p:spPr>
            <a:xfrm>
              <a:off x="2510185" y="5669893"/>
              <a:ext cx="751943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User</a:t>
              </a:r>
            </a:p>
          </p:txBody>
        </p:sp>
        <p:sp>
          <p:nvSpPr>
            <p:cNvPr id="612" name="User"/>
            <p:cNvSpPr txBox="1"/>
            <p:nvPr/>
          </p:nvSpPr>
          <p:spPr>
            <a:xfrm>
              <a:off x="6451995" y="5669893"/>
              <a:ext cx="751942" cy="4613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User</a:t>
              </a:r>
            </a:p>
          </p:txBody>
        </p:sp>
        <p:sp>
          <p:nvSpPr>
            <p:cNvPr id="613" name="Comment"/>
            <p:cNvSpPr txBox="1"/>
            <p:nvPr/>
          </p:nvSpPr>
          <p:spPr>
            <a:xfrm>
              <a:off x="8201924" y="4712902"/>
              <a:ext cx="1458469" cy="46136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400"/>
              </a:lvl1pPr>
            </a:lstStyle>
            <a:p>
              <a:pPr/>
              <a:r>
                <a:t>Comment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path" nodeType="clickEffect" presetSubtype="0" presetID="-1" grpId="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-0.268819 -0.000797" origin="layout" pathEditMode="relative">
                                      <p:cBhvr>
                                        <p:cTn id="6" dur="2000" fill="hold"/>
                                        <p:tgtEl>
                                          <p:spTgt spid="6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Capstone 2. Full-Stack Web Application"/>
          <p:cNvSpPr txBox="1"/>
          <p:nvPr>
            <p:ph type="title"/>
          </p:nvPr>
        </p:nvSpPr>
        <p:spPr>
          <a:xfrm>
            <a:off x="376341" y="445180"/>
            <a:ext cx="12811961" cy="819508"/>
          </a:xfrm>
          <a:prstGeom prst="rect">
            <a:avLst/>
          </a:prstGeom>
        </p:spPr>
        <p:txBody>
          <a:bodyPr/>
          <a:lstStyle>
            <a:lvl1pPr defTabSz="1536153">
              <a:defRPr spc="-95" sz="4788"/>
            </a:lvl1pPr>
          </a:lstStyle>
          <a:p>
            <a:pPr/>
            <a:r>
              <a:t>Capstone 2. Full-Stack Web Application</a:t>
            </a:r>
          </a:p>
        </p:txBody>
      </p:sp>
      <p:sp>
        <p:nvSpPr>
          <p:cNvPr id="617" name="Back…"/>
          <p:cNvSpPr/>
          <p:nvPr/>
        </p:nvSpPr>
        <p:spPr>
          <a:xfrm>
            <a:off x="11150794" y="7054493"/>
            <a:ext cx="1891810" cy="189181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Back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r>
              <a:t>-End</a:t>
            </a:r>
          </a:p>
        </p:txBody>
      </p:sp>
      <p:pic>
        <p:nvPicPr>
          <p:cNvPr id="648" name="연결선" descr="연결선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203650" y="5631023"/>
            <a:ext cx="2835585" cy="1461569"/>
          </a:xfrm>
          <a:prstGeom prst="rect">
            <a:avLst/>
          </a:prstGeom>
        </p:spPr>
      </p:pic>
      <p:sp>
        <p:nvSpPr>
          <p:cNvPr id="619" name="Thread"/>
          <p:cNvSpPr txBox="1"/>
          <p:nvPr/>
        </p:nvSpPr>
        <p:spPr>
          <a:xfrm>
            <a:off x="13306862" y="4972453"/>
            <a:ext cx="1638605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Thread</a:t>
            </a:r>
          </a:p>
        </p:txBody>
      </p:sp>
      <p:pic>
        <p:nvPicPr>
          <p:cNvPr id="650" name="연결선" descr="연결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951301" y="4370517"/>
            <a:ext cx="2247797" cy="1461368"/>
          </a:xfrm>
          <a:prstGeom prst="rect">
            <a:avLst/>
          </a:prstGeom>
        </p:spPr>
      </p:pic>
      <p:sp>
        <p:nvSpPr>
          <p:cNvPr id="621" name="Title"/>
          <p:cNvSpPr txBox="1"/>
          <p:nvPr/>
        </p:nvSpPr>
        <p:spPr>
          <a:xfrm>
            <a:off x="17160997" y="4100933"/>
            <a:ext cx="1052933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Title</a:t>
            </a:r>
          </a:p>
        </p:txBody>
      </p:sp>
      <p:pic>
        <p:nvPicPr>
          <p:cNvPr id="652" name="연결선" descr="연결선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831768" y="5755684"/>
            <a:ext cx="1895987" cy="2030992"/>
          </a:xfrm>
          <a:prstGeom prst="rect">
            <a:avLst/>
          </a:prstGeom>
        </p:spPr>
      </p:pic>
      <p:sp>
        <p:nvSpPr>
          <p:cNvPr id="623" name="Description"/>
          <p:cNvSpPr txBox="1"/>
          <p:nvPr/>
        </p:nvSpPr>
        <p:spPr>
          <a:xfrm>
            <a:off x="16689658" y="7447196"/>
            <a:ext cx="2627987" cy="6471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Description</a:t>
            </a:r>
          </a:p>
        </p:txBody>
      </p:sp>
      <p:pic>
        <p:nvPicPr>
          <p:cNvPr id="654" name="연결선" descr="연결선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772915" y="5755684"/>
            <a:ext cx="1882827" cy="3771312"/>
          </a:xfrm>
          <a:prstGeom prst="rect">
            <a:avLst/>
          </a:prstGeom>
        </p:spPr>
      </p:pic>
      <p:sp>
        <p:nvSpPr>
          <p:cNvPr id="625" name="Create Time"/>
          <p:cNvSpPr txBox="1"/>
          <p:nvPr/>
        </p:nvSpPr>
        <p:spPr>
          <a:xfrm>
            <a:off x="16617649" y="9190444"/>
            <a:ext cx="2772004" cy="647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825500">
              <a:lnSpc>
                <a:spcPct val="100000"/>
              </a:lnSpc>
              <a:spcBef>
                <a:spcPts val="0"/>
              </a:spcBef>
              <a:defRPr b="1" sz="3600"/>
            </a:lvl1pPr>
          </a:lstStyle>
          <a:p>
            <a:pPr/>
            <a:r>
              <a:t>Create Time</a:t>
            </a:r>
          </a:p>
        </p:txBody>
      </p:sp>
      <p:grpSp>
        <p:nvGrpSpPr>
          <p:cNvPr id="629" name="그룹"/>
          <p:cNvGrpSpPr/>
          <p:nvPr/>
        </p:nvGrpSpPr>
        <p:grpSpPr>
          <a:xfrm>
            <a:off x="8065698" y="3123765"/>
            <a:ext cx="8062002" cy="9791365"/>
            <a:chOff x="-38100" y="0"/>
            <a:chExt cx="8062000" cy="9791363"/>
          </a:xfrm>
        </p:grpSpPr>
        <p:pic>
          <p:nvPicPr>
            <p:cNvPr id="626" name="모서리가 둥근 직사각형 모서리가 둥근 직사각형" descr="모서리가 둥근 직사각형 모서리가 둥근 직사각형"/>
            <p:cNvPicPr>
              <a:picLocks noChangeAspect="0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38100" y="1729362"/>
              <a:ext cx="8062001" cy="8062002"/>
            </a:xfrm>
            <a:prstGeom prst="rect">
              <a:avLst/>
            </a:prstGeom>
            <a:effectLst/>
          </p:spPr>
        </p:pic>
        <p:sp>
          <p:nvSpPr>
            <p:cNvPr id="628" name="AWS EC2"/>
            <p:cNvSpPr txBox="1"/>
            <p:nvPr/>
          </p:nvSpPr>
          <p:spPr>
            <a:xfrm>
              <a:off x="1890833" y="0"/>
              <a:ext cx="3916811" cy="12121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  <a:r>
                <a:t>AWS EC2</a:t>
              </a:r>
            </a:p>
          </p:txBody>
        </p:sp>
      </p:grpSp>
      <p:grpSp>
        <p:nvGrpSpPr>
          <p:cNvPr id="635" name="그룹"/>
          <p:cNvGrpSpPr/>
          <p:nvPr/>
        </p:nvGrpSpPr>
        <p:grpSpPr>
          <a:xfrm>
            <a:off x="8901170" y="9924235"/>
            <a:ext cx="1869197" cy="2587843"/>
            <a:chOff x="0" y="0"/>
            <a:chExt cx="1869195" cy="2587842"/>
          </a:xfrm>
        </p:grpSpPr>
        <p:grpSp>
          <p:nvGrpSpPr>
            <p:cNvPr id="632" name="그룹"/>
            <p:cNvGrpSpPr/>
            <p:nvPr/>
          </p:nvGrpSpPr>
          <p:grpSpPr>
            <a:xfrm>
              <a:off x="0" y="-1"/>
              <a:ext cx="1869196" cy="2587844"/>
              <a:chOff x="0" y="0"/>
              <a:chExt cx="1869195" cy="2587842"/>
            </a:xfrm>
          </p:grpSpPr>
          <p:sp>
            <p:nvSpPr>
              <p:cNvPr id="630" name="투표 용지"/>
              <p:cNvSpPr/>
              <p:nvPr/>
            </p:nvSpPr>
            <p:spPr>
              <a:xfrm>
                <a:off x="210859" y="0"/>
                <a:ext cx="1447478" cy="19279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21600" y="2342"/>
                    </a:lnTo>
                    <a:lnTo>
                      <a:pt x="18478" y="0"/>
                    </a:lnTo>
                    <a:lnTo>
                      <a:pt x="0" y="0"/>
                    </a:lnTo>
                    <a:close/>
                    <a:moveTo>
                      <a:pt x="2780" y="2106"/>
                    </a:moveTo>
                    <a:lnTo>
                      <a:pt x="15405" y="2106"/>
                    </a:lnTo>
                    <a:lnTo>
                      <a:pt x="15405" y="4226"/>
                    </a:lnTo>
                    <a:lnTo>
                      <a:pt x="2780" y="4226"/>
                    </a:lnTo>
                    <a:lnTo>
                      <a:pt x="2780" y="2106"/>
                    </a:lnTo>
                    <a:close/>
                    <a:moveTo>
                      <a:pt x="17628" y="2106"/>
                    </a:moveTo>
                    <a:cubicBezTo>
                      <a:pt x="18408" y="2106"/>
                      <a:pt x="19040" y="2581"/>
                      <a:pt x="19040" y="3166"/>
                    </a:cubicBezTo>
                    <a:cubicBezTo>
                      <a:pt x="19040" y="3751"/>
                      <a:pt x="18408" y="4226"/>
                      <a:pt x="17628" y="4226"/>
                    </a:cubicBezTo>
                    <a:cubicBezTo>
                      <a:pt x="16849" y="4226"/>
                      <a:pt x="16217" y="3751"/>
                      <a:pt x="16217" y="3166"/>
                    </a:cubicBezTo>
                    <a:cubicBezTo>
                      <a:pt x="16217" y="2581"/>
                      <a:pt x="16849" y="2106"/>
                      <a:pt x="17628" y="2106"/>
                    </a:cubicBezTo>
                    <a:close/>
                    <a:moveTo>
                      <a:pt x="2780" y="5160"/>
                    </a:moveTo>
                    <a:lnTo>
                      <a:pt x="15405" y="5160"/>
                    </a:lnTo>
                    <a:lnTo>
                      <a:pt x="15405" y="7278"/>
                    </a:lnTo>
                    <a:lnTo>
                      <a:pt x="2780" y="7278"/>
                    </a:lnTo>
                    <a:lnTo>
                      <a:pt x="2780" y="5160"/>
                    </a:lnTo>
                    <a:close/>
                    <a:moveTo>
                      <a:pt x="17628" y="5160"/>
                    </a:moveTo>
                    <a:cubicBezTo>
                      <a:pt x="18408" y="5160"/>
                      <a:pt x="19040" y="5635"/>
                      <a:pt x="19040" y="6220"/>
                    </a:cubicBezTo>
                    <a:cubicBezTo>
                      <a:pt x="19040" y="6805"/>
                      <a:pt x="18408" y="7278"/>
                      <a:pt x="17628" y="7278"/>
                    </a:cubicBezTo>
                    <a:cubicBezTo>
                      <a:pt x="16849" y="7278"/>
                      <a:pt x="16217" y="6805"/>
                      <a:pt x="16217" y="6220"/>
                    </a:cubicBezTo>
                    <a:cubicBezTo>
                      <a:pt x="16217" y="5635"/>
                      <a:pt x="16849" y="5160"/>
                      <a:pt x="17628" y="5160"/>
                    </a:cubicBezTo>
                    <a:close/>
                    <a:moveTo>
                      <a:pt x="2780" y="8213"/>
                    </a:moveTo>
                    <a:lnTo>
                      <a:pt x="15405" y="8213"/>
                    </a:lnTo>
                    <a:lnTo>
                      <a:pt x="15405" y="10333"/>
                    </a:lnTo>
                    <a:lnTo>
                      <a:pt x="2780" y="10333"/>
                    </a:lnTo>
                    <a:lnTo>
                      <a:pt x="2780" y="8213"/>
                    </a:lnTo>
                    <a:close/>
                    <a:moveTo>
                      <a:pt x="17628" y="8213"/>
                    </a:moveTo>
                    <a:cubicBezTo>
                      <a:pt x="18408" y="8213"/>
                      <a:pt x="19040" y="8688"/>
                      <a:pt x="19040" y="9273"/>
                    </a:cubicBezTo>
                    <a:cubicBezTo>
                      <a:pt x="19040" y="9858"/>
                      <a:pt x="18408" y="10333"/>
                      <a:pt x="17628" y="10333"/>
                    </a:cubicBezTo>
                    <a:cubicBezTo>
                      <a:pt x="16849" y="10333"/>
                      <a:pt x="16217" y="9858"/>
                      <a:pt x="16217" y="9273"/>
                    </a:cubicBezTo>
                    <a:cubicBezTo>
                      <a:pt x="16217" y="8688"/>
                      <a:pt x="16849" y="8213"/>
                      <a:pt x="17628" y="8213"/>
                    </a:cubicBezTo>
                    <a:close/>
                    <a:moveTo>
                      <a:pt x="18404" y="8667"/>
                    </a:moveTo>
                    <a:cubicBezTo>
                      <a:pt x="18338" y="8670"/>
                      <a:pt x="18273" y="8694"/>
                      <a:pt x="18226" y="8735"/>
                    </a:cubicBezTo>
                    <a:lnTo>
                      <a:pt x="17325" y="9511"/>
                    </a:lnTo>
                    <a:lnTo>
                      <a:pt x="17026" y="9271"/>
                    </a:lnTo>
                    <a:cubicBezTo>
                      <a:pt x="16928" y="9193"/>
                      <a:pt x="16764" y="9189"/>
                      <a:pt x="16660" y="9263"/>
                    </a:cubicBezTo>
                    <a:cubicBezTo>
                      <a:pt x="16555" y="9336"/>
                      <a:pt x="16548" y="9459"/>
                      <a:pt x="16646" y="9538"/>
                    </a:cubicBezTo>
                    <a:lnTo>
                      <a:pt x="17143" y="9934"/>
                    </a:lnTo>
                    <a:cubicBezTo>
                      <a:pt x="17192" y="9974"/>
                      <a:pt x="17260" y="9997"/>
                      <a:pt x="17332" y="9997"/>
                    </a:cubicBezTo>
                    <a:cubicBezTo>
                      <a:pt x="17333" y="9997"/>
                      <a:pt x="17337" y="9997"/>
                      <a:pt x="17338" y="9997"/>
                    </a:cubicBezTo>
                    <a:cubicBezTo>
                      <a:pt x="17412" y="9996"/>
                      <a:pt x="17479" y="9971"/>
                      <a:pt x="17527" y="9929"/>
                    </a:cubicBezTo>
                    <a:lnTo>
                      <a:pt x="18617" y="8989"/>
                    </a:lnTo>
                    <a:cubicBezTo>
                      <a:pt x="18711" y="8908"/>
                      <a:pt x="18701" y="8785"/>
                      <a:pt x="18593" y="8714"/>
                    </a:cubicBezTo>
                    <a:cubicBezTo>
                      <a:pt x="18539" y="8679"/>
                      <a:pt x="18470" y="8664"/>
                      <a:pt x="18404" y="8667"/>
                    </a:cubicBezTo>
                    <a:close/>
                    <a:moveTo>
                      <a:pt x="2780" y="11266"/>
                    </a:moveTo>
                    <a:lnTo>
                      <a:pt x="15405" y="11266"/>
                    </a:lnTo>
                    <a:lnTo>
                      <a:pt x="15405" y="13385"/>
                    </a:lnTo>
                    <a:lnTo>
                      <a:pt x="2780" y="13385"/>
                    </a:lnTo>
                    <a:lnTo>
                      <a:pt x="2780" y="11266"/>
                    </a:lnTo>
                    <a:close/>
                    <a:moveTo>
                      <a:pt x="17628" y="11266"/>
                    </a:moveTo>
                    <a:cubicBezTo>
                      <a:pt x="18408" y="11266"/>
                      <a:pt x="19040" y="11740"/>
                      <a:pt x="19040" y="12325"/>
                    </a:cubicBezTo>
                    <a:cubicBezTo>
                      <a:pt x="19040" y="12911"/>
                      <a:pt x="18408" y="13385"/>
                      <a:pt x="17628" y="13385"/>
                    </a:cubicBezTo>
                    <a:cubicBezTo>
                      <a:pt x="16849" y="13385"/>
                      <a:pt x="16217" y="12911"/>
                      <a:pt x="16217" y="12325"/>
                    </a:cubicBezTo>
                    <a:cubicBezTo>
                      <a:pt x="16217" y="11740"/>
                      <a:pt x="16849" y="11266"/>
                      <a:pt x="17628" y="11266"/>
                    </a:cubicBezTo>
                    <a:close/>
                    <a:moveTo>
                      <a:pt x="2780" y="14320"/>
                    </a:moveTo>
                    <a:lnTo>
                      <a:pt x="15405" y="14320"/>
                    </a:lnTo>
                    <a:lnTo>
                      <a:pt x="15405" y="16440"/>
                    </a:lnTo>
                    <a:lnTo>
                      <a:pt x="2780" y="16440"/>
                    </a:lnTo>
                    <a:lnTo>
                      <a:pt x="2780" y="14320"/>
                    </a:lnTo>
                    <a:close/>
                    <a:moveTo>
                      <a:pt x="17628" y="14320"/>
                    </a:moveTo>
                    <a:cubicBezTo>
                      <a:pt x="18408" y="14320"/>
                      <a:pt x="19040" y="14795"/>
                      <a:pt x="19040" y="15380"/>
                    </a:cubicBezTo>
                    <a:cubicBezTo>
                      <a:pt x="19040" y="15965"/>
                      <a:pt x="18408" y="16440"/>
                      <a:pt x="17628" y="16440"/>
                    </a:cubicBezTo>
                    <a:cubicBezTo>
                      <a:pt x="16849" y="16440"/>
                      <a:pt x="16217" y="15965"/>
                      <a:pt x="16217" y="15380"/>
                    </a:cubicBezTo>
                    <a:cubicBezTo>
                      <a:pt x="16217" y="14795"/>
                      <a:pt x="16849" y="14320"/>
                      <a:pt x="17628" y="14320"/>
                    </a:cubicBezTo>
                    <a:close/>
                    <a:moveTo>
                      <a:pt x="2780" y="17373"/>
                    </a:moveTo>
                    <a:lnTo>
                      <a:pt x="15405" y="17373"/>
                    </a:lnTo>
                    <a:lnTo>
                      <a:pt x="15405" y="19492"/>
                    </a:lnTo>
                    <a:lnTo>
                      <a:pt x="2780" y="19492"/>
                    </a:lnTo>
                    <a:lnTo>
                      <a:pt x="2780" y="17373"/>
                    </a:lnTo>
                    <a:close/>
                    <a:moveTo>
                      <a:pt x="17628" y="17373"/>
                    </a:moveTo>
                    <a:cubicBezTo>
                      <a:pt x="18408" y="17373"/>
                      <a:pt x="19040" y="17847"/>
                      <a:pt x="19040" y="18433"/>
                    </a:cubicBezTo>
                    <a:cubicBezTo>
                      <a:pt x="19040" y="19018"/>
                      <a:pt x="18408" y="19492"/>
                      <a:pt x="17628" y="19492"/>
                    </a:cubicBezTo>
                    <a:cubicBezTo>
                      <a:pt x="16849" y="19492"/>
                      <a:pt x="16217" y="19018"/>
                      <a:pt x="16217" y="18433"/>
                    </a:cubicBezTo>
                    <a:cubicBezTo>
                      <a:pt x="16217" y="17847"/>
                      <a:pt x="16849" y="17373"/>
                      <a:pt x="17628" y="173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0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631" name="Threads.java"/>
              <p:cNvSpPr txBox="1"/>
              <p:nvPr/>
            </p:nvSpPr>
            <p:spPr>
              <a:xfrm>
                <a:off x="0" y="2121031"/>
                <a:ext cx="1869196" cy="46681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square" lIns="50800" tIns="50800" rIns="50800" bIns="50800" numCol="1" anchor="ctr">
                <a:noAutofit/>
              </a:bodyPr>
              <a:lstStyle>
                <a:lvl1pPr>
                  <a:defRPr sz="2400"/>
                </a:lvl1pPr>
              </a:lstStyle>
              <a:p>
                <a:pPr/>
                <a:r>
                  <a:t>Threads.java</a:t>
                </a:r>
              </a:p>
            </p:txBody>
          </p:sp>
        </p:grpSp>
        <p:sp>
          <p:nvSpPr>
            <p:cNvPr id="633" name="직사각형"/>
            <p:cNvSpPr/>
            <p:nvPr/>
          </p:nvSpPr>
          <p:spPr>
            <a:xfrm>
              <a:off x="292102" y="169189"/>
              <a:ext cx="1284989" cy="176722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634" name="©"/>
            <p:cNvSpPr txBox="1"/>
            <p:nvPr/>
          </p:nvSpPr>
          <p:spPr>
            <a:xfrm>
              <a:off x="630055" y="643816"/>
              <a:ext cx="609085" cy="81797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>
                  <a:solidFill>
                    <a:schemeClr val="accent1"/>
                  </a:solidFill>
                </a:defRPr>
              </a:lvl1pPr>
            </a:lstStyle>
            <a:p>
              <a:pPr/>
              <a:r>
                <a:t>©</a:t>
              </a:r>
            </a:p>
          </p:txBody>
        </p:sp>
      </p:grpSp>
      <p:grpSp>
        <p:nvGrpSpPr>
          <p:cNvPr id="641" name="그룹"/>
          <p:cNvGrpSpPr/>
          <p:nvPr/>
        </p:nvGrpSpPr>
        <p:grpSpPr>
          <a:xfrm>
            <a:off x="13392206" y="9939327"/>
            <a:ext cx="2090624" cy="2557659"/>
            <a:chOff x="0" y="0"/>
            <a:chExt cx="2090623" cy="2557657"/>
          </a:xfrm>
        </p:grpSpPr>
        <p:grpSp>
          <p:nvGrpSpPr>
            <p:cNvPr id="638" name="그룹"/>
            <p:cNvGrpSpPr/>
            <p:nvPr/>
          </p:nvGrpSpPr>
          <p:grpSpPr>
            <a:xfrm>
              <a:off x="0" y="0"/>
              <a:ext cx="2090624" cy="2557658"/>
              <a:chOff x="0" y="0"/>
              <a:chExt cx="2090623" cy="2557657"/>
            </a:xfrm>
          </p:grpSpPr>
          <p:sp>
            <p:nvSpPr>
              <p:cNvPr id="636" name="투표 용지"/>
              <p:cNvSpPr/>
              <p:nvPr/>
            </p:nvSpPr>
            <p:spPr>
              <a:xfrm>
                <a:off x="330015" y="0"/>
                <a:ext cx="1430595" cy="1905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21600" y="2342"/>
                    </a:lnTo>
                    <a:lnTo>
                      <a:pt x="18478" y="0"/>
                    </a:lnTo>
                    <a:lnTo>
                      <a:pt x="0" y="0"/>
                    </a:lnTo>
                    <a:close/>
                    <a:moveTo>
                      <a:pt x="2780" y="2106"/>
                    </a:moveTo>
                    <a:lnTo>
                      <a:pt x="15405" y="2106"/>
                    </a:lnTo>
                    <a:lnTo>
                      <a:pt x="15405" y="4226"/>
                    </a:lnTo>
                    <a:lnTo>
                      <a:pt x="2780" y="4226"/>
                    </a:lnTo>
                    <a:lnTo>
                      <a:pt x="2780" y="2106"/>
                    </a:lnTo>
                    <a:close/>
                    <a:moveTo>
                      <a:pt x="17628" y="2106"/>
                    </a:moveTo>
                    <a:cubicBezTo>
                      <a:pt x="18408" y="2106"/>
                      <a:pt x="19040" y="2581"/>
                      <a:pt x="19040" y="3166"/>
                    </a:cubicBezTo>
                    <a:cubicBezTo>
                      <a:pt x="19040" y="3751"/>
                      <a:pt x="18408" y="4226"/>
                      <a:pt x="17628" y="4226"/>
                    </a:cubicBezTo>
                    <a:cubicBezTo>
                      <a:pt x="16849" y="4226"/>
                      <a:pt x="16217" y="3751"/>
                      <a:pt x="16217" y="3166"/>
                    </a:cubicBezTo>
                    <a:cubicBezTo>
                      <a:pt x="16217" y="2581"/>
                      <a:pt x="16849" y="2106"/>
                      <a:pt x="17628" y="2106"/>
                    </a:cubicBezTo>
                    <a:close/>
                    <a:moveTo>
                      <a:pt x="2780" y="5160"/>
                    </a:moveTo>
                    <a:lnTo>
                      <a:pt x="15405" y="5160"/>
                    </a:lnTo>
                    <a:lnTo>
                      <a:pt x="15405" y="7278"/>
                    </a:lnTo>
                    <a:lnTo>
                      <a:pt x="2780" y="7278"/>
                    </a:lnTo>
                    <a:lnTo>
                      <a:pt x="2780" y="5160"/>
                    </a:lnTo>
                    <a:close/>
                    <a:moveTo>
                      <a:pt x="17628" y="5160"/>
                    </a:moveTo>
                    <a:cubicBezTo>
                      <a:pt x="18408" y="5160"/>
                      <a:pt x="19040" y="5635"/>
                      <a:pt x="19040" y="6220"/>
                    </a:cubicBezTo>
                    <a:cubicBezTo>
                      <a:pt x="19040" y="6805"/>
                      <a:pt x="18408" y="7278"/>
                      <a:pt x="17628" y="7278"/>
                    </a:cubicBezTo>
                    <a:cubicBezTo>
                      <a:pt x="16849" y="7278"/>
                      <a:pt x="16217" y="6805"/>
                      <a:pt x="16217" y="6220"/>
                    </a:cubicBezTo>
                    <a:cubicBezTo>
                      <a:pt x="16217" y="5635"/>
                      <a:pt x="16849" y="5160"/>
                      <a:pt x="17628" y="5160"/>
                    </a:cubicBezTo>
                    <a:close/>
                    <a:moveTo>
                      <a:pt x="2780" y="8213"/>
                    </a:moveTo>
                    <a:lnTo>
                      <a:pt x="15405" y="8213"/>
                    </a:lnTo>
                    <a:lnTo>
                      <a:pt x="15405" y="10333"/>
                    </a:lnTo>
                    <a:lnTo>
                      <a:pt x="2780" y="10333"/>
                    </a:lnTo>
                    <a:lnTo>
                      <a:pt x="2780" y="8213"/>
                    </a:lnTo>
                    <a:close/>
                    <a:moveTo>
                      <a:pt x="17628" y="8213"/>
                    </a:moveTo>
                    <a:cubicBezTo>
                      <a:pt x="18408" y="8213"/>
                      <a:pt x="19040" y="8688"/>
                      <a:pt x="19040" y="9273"/>
                    </a:cubicBezTo>
                    <a:cubicBezTo>
                      <a:pt x="19040" y="9858"/>
                      <a:pt x="18408" y="10333"/>
                      <a:pt x="17628" y="10333"/>
                    </a:cubicBezTo>
                    <a:cubicBezTo>
                      <a:pt x="16849" y="10333"/>
                      <a:pt x="16217" y="9858"/>
                      <a:pt x="16217" y="9273"/>
                    </a:cubicBezTo>
                    <a:cubicBezTo>
                      <a:pt x="16217" y="8688"/>
                      <a:pt x="16849" y="8213"/>
                      <a:pt x="17628" y="8213"/>
                    </a:cubicBezTo>
                    <a:close/>
                    <a:moveTo>
                      <a:pt x="18404" y="8667"/>
                    </a:moveTo>
                    <a:cubicBezTo>
                      <a:pt x="18338" y="8670"/>
                      <a:pt x="18273" y="8694"/>
                      <a:pt x="18226" y="8735"/>
                    </a:cubicBezTo>
                    <a:lnTo>
                      <a:pt x="17325" y="9511"/>
                    </a:lnTo>
                    <a:lnTo>
                      <a:pt x="17026" y="9271"/>
                    </a:lnTo>
                    <a:cubicBezTo>
                      <a:pt x="16928" y="9193"/>
                      <a:pt x="16764" y="9189"/>
                      <a:pt x="16660" y="9263"/>
                    </a:cubicBezTo>
                    <a:cubicBezTo>
                      <a:pt x="16555" y="9336"/>
                      <a:pt x="16548" y="9459"/>
                      <a:pt x="16646" y="9538"/>
                    </a:cubicBezTo>
                    <a:lnTo>
                      <a:pt x="17143" y="9934"/>
                    </a:lnTo>
                    <a:cubicBezTo>
                      <a:pt x="17192" y="9974"/>
                      <a:pt x="17260" y="9997"/>
                      <a:pt x="17332" y="9997"/>
                    </a:cubicBezTo>
                    <a:cubicBezTo>
                      <a:pt x="17333" y="9997"/>
                      <a:pt x="17337" y="9997"/>
                      <a:pt x="17338" y="9997"/>
                    </a:cubicBezTo>
                    <a:cubicBezTo>
                      <a:pt x="17412" y="9996"/>
                      <a:pt x="17479" y="9971"/>
                      <a:pt x="17527" y="9929"/>
                    </a:cubicBezTo>
                    <a:lnTo>
                      <a:pt x="18617" y="8989"/>
                    </a:lnTo>
                    <a:cubicBezTo>
                      <a:pt x="18711" y="8908"/>
                      <a:pt x="18701" y="8785"/>
                      <a:pt x="18593" y="8714"/>
                    </a:cubicBezTo>
                    <a:cubicBezTo>
                      <a:pt x="18539" y="8679"/>
                      <a:pt x="18470" y="8664"/>
                      <a:pt x="18404" y="8667"/>
                    </a:cubicBezTo>
                    <a:close/>
                    <a:moveTo>
                      <a:pt x="2780" y="11266"/>
                    </a:moveTo>
                    <a:lnTo>
                      <a:pt x="15405" y="11266"/>
                    </a:lnTo>
                    <a:lnTo>
                      <a:pt x="15405" y="13385"/>
                    </a:lnTo>
                    <a:lnTo>
                      <a:pt x="2780" y="13385"/>
                    </a:lnTo>
                    <a:lnTo>
                      <a:pt x="2780" y="11266"/>
                    </a:lnTo>
                    <a:close/>
                    <a:moveTo>
                      <a:pt x="17628" y="11266"/>
                    </a:moveTo>
                    <a:cubicBezTo>
                      <a:pt x="18408" y="11266"/>
                      <a:pt x="19040" y="11740"/>
                      <a:pt x="19040" y="12325"/>
                    </a:cubicBezTo>
                    <a:cubicBezTo>
                      <a:pt x="19040" y="12911"/>
                      <a:pt x="18408" y="13385"/>
                      <a:pt x="17628" y="13385"/>
                    </a:cubicBezTo>
                    <a:cubicBezTo>
                      <a:pt x="16849" y="13385"/>
                      <a:pt x="16217" y="12911"/>
                      <a:pt x="16217" y="12325"/>
                    </a:cubicBezTo>
                    <a:cubicBezTo>
                      <a:pt x="16217" y="11740"/>
                      <a:pt x="16849" y="11266"/>
                      <a:pt x="17628" y="11266"/>
                    </a:cubicBezTo>
                    <a:close/>
                    <a:moveTo>
                      <a:pt x="2780" y="14320"/>
                    </a:moveTo>
                    <a:lnTo>
                      <a:pt x="15405" y="14320"/>
                    </a:lnTo>
                    <a:lnTo>
                      <a:pt x="15405" y="16440"/>
                    </a:lnTo>
                    <a:lnTo>
                      <a:pt x="2780" y="16440"/>
                    </a:lnTo>
                    <a:lnTo>
                      <a:pt x="2780" y="14320"/>
                    </a:lnTo>
                    <a:close/>
                    <a:moveTo>
                      <a:pt x="17628" y="14320"/>
                    </a:moveTo>
                    <a:cubicBezTo>
                      <a:pt x="18408" y="14320"/>
                      <a:pt x="19040" y="14795"/>
                      <a:pt x="19040" y="15380"/>
                    </a:cubicBezTo>
                    <a:cubicBezTo>
                      <a:pt x="19040" y="15965"/>
                      <a:pt x="18408" y="16440"/>
                      <a:pt x="17628" y="16440"/>
                    </a:cubicBezTo>
                    <a:cubicBezTo>
                      <a:pt x="16849" y="16440"/>
                      <a:pt x="16217" y="15965"/>
                      <a:pt x="16217" y="15380"/>
                    </a:cubicBezTo>
                    <a:cubicBezTo>
                      <a:pt x="16217" y="14795"/>
                      <a:pt x="16849" y="14320"/>
                      <a:pt x="17628" y="14320"/>
                    </a:cubicBezTo>
                    <a:close/>
                    <a:moveTo>
                      <a:pt x="2780" y="17373"/>
                    </a:moveTo>
                    <a:lnTo>
                      <a:pt x="15405" y="17373"/>
                    </a:lnTo>
                    <a:lnTo>
                      <a:pt x="15405" y="19492"/>
                    </a:lnTo>
                    <a:lnTo>
                      <a:pt x="2780" y="19492"/>
                    </a:lnTo>
                    <a:lnTo>
                      <a:pt x="2780" y="17373"/>
                    </a:lnTo>
                    <a:close/>
                    <a:moveTo>
                      <a:pt x="17628" y="17373"/>
                    </a:moveTo>
                    <a:cubicBezTo>
                      <a:pt x="18408" y="17373"/>
                      <a:pt x="19040" y="17847"/>
                      <a:pt x="19040" y="18433"/>
                    </a:cubicBezTo>
                    <a:cubicBezTo>
                      <a:pt x="19040" y="19018"/>
                      <a:pt x="18408" y="19492"/>
                      <a:pt x="17628" y="19492"/>
                    </a:cubicBezTo>
                    <a:cubicBezTo>
                      <a:pt x="16849" y="19492"/>
                      <a:pt x="16217" y="19018"/>
                      <a:pt x="16217" y="18433"/>
                    </a:cubicBezTo>
                    <a:cubicBezTo>
                      <a:pt x="16217" y="17847"/>
                      <a:pt x="16849" y="17373"/>
                      <a:pt x="17628" y="173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0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637" name="Comment.java"/>
              <p:cNvSpPr txBox="1"/>
              <p:nvPr/>
            </p:nvSpPr>
            <p:spPr>
              <a:xfrm>
                <a:off x="0" y="2096291"/>
                <a:ext cx="2090624" cy="461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400"/>
                </a:lvl1pPr>
              </a:lstStyle>
              <a:p>
                <a:pPr/>
                <a:r>
                  <a:t>Comment.java</a:t>
                </a:r>
              </a:p>
            </p:txBody>
          </p:sp>
        </p:grpSp>
        <p:sp>
          <p:nvSpPr>
            <p:cNvPr id="639" name="직사각형"/>
            <p:cNvSpPr/>
            <p:nvPr/>
          </p:nvSpPr>
          <p:spPr>
            <a:xfrm>
              <a:off x="410311" y="167216"/>
              <a:ext cx="1270001" cy="174661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640" name="©"/>
            <p:cNvSpPr txBox="1"/>
            <p:nvPr/>
          </p:nvSpPr>
          <p:spPr>
            <a:xfrm>
              <a:off x="784469" y="636306"/>
              <a:ext cx="601981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1"/>
                  </a:solidFill>
                </a:defRPr>
              </a:lvl1pPr>
            </a:lstStyle>
            <a:p>
              <a:pPr/>
              <a:r>
                <a:t>©</a:t>
              </a:r>
            </a:p>
          </p:txBody>
        </p:sp>
      </p:grpSp>
      <p:grpSp>
        <p:nvGrpSpPr>
          <p:cNvPr id="647" name="그룹"/>
          <p:cNvGrpSpPr/>
          <p:nvPr/>
        </p:nvGrpSpPr>
        <p:grpSpPr>
          <a:xfrm>
            <a:off x="11469548" y="9939327"/>
            <a:ext cx="1430596" cy="2557659"/>
            <a:chOff x="0" y="0"/>
            <a:chExt cx="1430594" cy="2557657"/>
          </a:xfrm>
        </p:grpSpPr>
        <p:grpSp>
          <p:nvGrpSpPr>
            <p:cNvPr id="644" name="그룹"/>
            <p:cNvGrpSpPr/>
            <p:nvPr/>
          </p:nvGrpSpPr>
          <p:grpSpPr>
            <a:xfrm>
              <a:off x="-1" y="0"/>
              <a:ext cx="1430596" cy="2557658"/>
              <a:chOff x="0" y="0"/>
              <a:chExt cx="1430594" cy="2557657"/>
            </a:xfrm>
          </p:grpSpPr>
          <p:sp>
            <p:nvSpPr>
              <p:cNvPr id="642" name="투표 용지"/>
              <p:cNvSpPr/>
              <p:nvPr/>
            </p:nvSpPr>
            <p:spPr>
              <a:xfrm>
                <a:off x="0" y="0"/>
                <a:ext cx="1430595" cy="190547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  <a:lnTo>
                      <a:pt x="21600" y="2342"/>
                    </a:lnTo>
                    <a:lnTo>
                      <a:pt x="18478" y="0"/>
                    </a:lnTo>
                    <a:lnTo>
                      <a:pt x="0" y="0"/>
                    </a:lnTo>
                    <a:close/>
                    <a:moveTo>
                      <a:pt x="2780" y="2106"/>
                    </a:moveTo>
                    <a:lnTo>
                      <a:pt x="15405" y="2106"/>
                    </a:lnTo>
                    <a:lnTo>
                      <a:pt x="15405" y="4226"/>
                    </a:lnTo>
                    <a:lnTo>
                      <a:pt x="2780" y="4226"/>
                    </a:lnTo>
                    <a:lnTo>
                      <a:pt x="2780" y="2106"/>
                    </a:lnTo>
                    <a:close/>
                    <a:moveTo>
                      <a:pt x="17628" y="2106"/>
                    </a:moveTo>
                    <a:cubicBezTo>
                      <a:pt x="18408" y="2106"/>
                      <a:pt x="19040" y="2581"/>
                      <a:pt x="19040" y="3166"/>
                    </a:cubicBezTo>
                    <a:cubicBezTo>
                      <a:pt x="19040" y="3751"/>
                      <a:pt x="18408" y="4226"/>
                      <a:pt x="17628" y="4226"/>
                    </a:cubicBezTo>
                    <a:cubicBezTo>
                      <a:pt x="16849" y="4226"/>
                      <a:pt x="16217" y="3751"/>
                      <a:pt x="16217" y="3166"/>
                    </a:cubicBezTo>
                    <a:cubicBezTo>
                      <a:pt x="16217" y="2581"/>
                      <a:pt x="16849" y="2106"/>
                      <a:pt x="17628" y="2106"/>
                    </a:cubicBezTo>
                    <a:close/>
                    <a:moveTo>
                      <a:pt x="2780" y="5160"/>
                    </a:moveTo>
                    <a:lnTo>
                      <a:pt x="15405" y="5160"/>
                    </a:lnTo>
                    <a:lnTo>
                      <a:pt x="15405" y="7278"/>
                    </a:lnTo>
                    <a:lnTo>
                      <a:pt x="2780" y="7278"/>
                    </a:lnTo>
                    <a:lnTo>
                      <a:pt x="2780" y="5160"/>
                    </a:lnTo>
                    <a:close/>
                    <a:moveTo>
                      <a:pt x="17628" y="5160"/>
                    </a:moveTo>
                    <a:cubicBezTo>
                      <a:pt x="18408" y="5160"/>
                      <a:pt x="19040" y="5635"/>
                      <a:pt x="19040" y="6220"/>
                    </a:cubicBezTo>
                    <a:cubicBezTo>
                      <a:pt x="19040" y="6805"/>
                      <a:pt x="18408" y="7278"/>
                      <a:pt x="17628" y="7278"/>
                    </a:cubicBezTo>
                    <a:cubicBezTo>
                      <a:pt x="16849" y="7278"/>
                      <a:pt x="16217" y="6805"/>
                      <a:pt x="16217" y="6220"/>
                    </a:cubicBezTo>
                    <a:cubicBezTo>
                      <a:pt x="16217" y="5635"/>
                      <a:pt x="16849" y="5160"/>
                      <a:pt x="17628" y="5160"/>
                    </a:cubicBezTo>
                    <a:close/>
                    <a:moveTo>
                      <a:pt x="2780" y="8213"/>
                    </a:moveTo>
                    <a:lnTo>
                      <a:pt x="15405" y="8213"/>
                    </a:lnTo>
                    <a:lnTo>
                      <a:pt x="15405" y="10333"/>
                    </a:lnTo>
                    <a:lnTo>
                      <a:pt x="2780" y="10333"/>
                    </a:lnTo>
                    <a:lnTo>
                      <a:pt x="2780" y="8213"/>
                    </a:lnTo>
                    <a:close/>
                    <a:moveTo>
                      <a:pt x="17628" y="8213"/>
                    </a:moveTo>
                    <a:cubicBezTo>
                      <a:pt x="18408" y="8213"/>
                      <a:pt x="19040" y="8688"/>
                      <a:pt x="19040" y="9273"/>
                    </a:cubicBezTo>
                    <a:cubicBezTo>
                      <a:pt x="19040" y="9858"/>
                      <a:pt x="18408" y="10333"/>
                      <a:pt x="17628" y="10333"/>
                    </a:cubicBezTo>
                    <a:cubicBezTo>
                      <a:pt x="16849" y="10333"/>
                      <a:pt x="16217" y="9858"/>
                      <a:pt x="16217" y="9273"/>
                    </a:cubicBezTo>
                    <a:cubicBezTo>
                      <a:pt x="16217" y="8688"/>
                      <a:pt x="16849" y="8213"/>
                      <a:pt x="17628" y="8213"/>
                    </a:cubicBezTo>
                    <a:close/>
                    <a:moveTo>
                      <a:pt x="18404" y="8667"/>
                    </a:moveTo>
                    <a:cubicBezTo>
                      <a:pt x="18338" y="8670"/>
                      <a:pt x="18273" y="8694"/>
                      <a:pt x="18226" y="8735"/>
                    </a:cubicBezTo>
                    <a:lnTo>
                      <a:pt x="17325" y="9511"/>
                    </a:lnTo>
                    <a:lnTo>
                      <a:pt x="17026" y="9271"/>
                    </a:lnTo>
                    <a:cubicBezTo>
                      <a:pt x="16928" y="9193"/>
                      <a:pt x="16764" y="9189"/>
                      <a:pt x="16660" y="9263"/>
                    </a:cubicBezTo>
                    <a:cubicBezTo>
                      <a:pt x="16555" y="9336"/>
                      <a:pt x="16548" y="9459"/>
                      <a:pt x="16646" y="9538"/>
                    </a:cubicBezTo>
                    <a:lnTo>
                      <a:pt x="17143" y="9934"/>
                    </a:lnTo>
                    <a:cubicBezTo>
                      <a:pt x="17192" y="9974"/>
                      <a:pt x="17260" y="9997"/>
                      <a:pt x="17332" y="9997"/>
                    </a:cubicBezTo>
                    <a:cubicBezTo>
                      <a:pt x="17333" y="9997"/>
                      <a:pt x="17337" y="9997"/>
                      <a:pt x="17338" y="9997"/>
                    </a:cubicBezTo>
                    <a:cubicBezTo>
                      <a:pt x="17412" y="9996"/>
                      <a:pt x="17479" y="9971"/>
                      <a:pt x="17527" y="9929"/>
                    </a:cubicBezTo>
                    <a:lnTo>
                      <a:pt x="18617" y="8989"/>
                    </a:lnTo>
                    <a:cubicBezTo>
                      <a:pt x="18711" y="8908"/>
                      <a:pt x="18701" y="8785"/>
                      <a:pt x="18593" y="8714"/>
                    </a:cubicBezTo>
                    <a:cubicBezTo>
                      <a:pt x="18539" y="8679"/>
                      <a:pt x="18470" y="8664"/>
                      <a:pt x="18404" y="8667"/>
                    </a:cubicBezTo>
                    <a:close/>
                    <a:moveTo>
                      <a:pt x="2780" y="11266"/>
                    </a:moveTo>
                    <a:lnTo>
                      <a:pt x="15405" y="11266"/>
                    </a:lnTo>
                    <a:lnTo>
                      <a:pt x="15405" y="13385"/>
                    </a:lnTo>
                    <a:lnTo>
                      <a:pt x="2780" y="13385"/>
                    </a:lnTo>
                    <a:lnTo>
                      <a:pt x="2780" y="11266"/>
                    </a:lnTo>
                    <a:close/>
                    <a:moveTo>
                      <a:pt x="17628" y="11266"/>
                    </a:moveTo>
                    <a:cubicBezTo>
                      <a:pt x="18408" y="11266"/>
                      <a:pt x="19040" y="11740"/>
                      <a:pt x="19040" y="12325"/>
                    </a:cubicBezTo>
                    <a:cubicBezTo>
                      <a:pt x="19040" y="12911"/>
                      <a:pt x="18408" y="13385"/>
                      <a:pt x="17628" y="13385"/>
                    </a:cubicBezTo>
                    <a:cubicBezTo>
                      <a:pt x="16849" y="13385"/>
                      <a:pt x="16217" y="12911"/>
                      <a:pt x="16217" y="12325"/>
                    </a:cubicBezTo>
                    <a:cubicBezTo>
                      <a:pt x="16217" y="11740"/>
                      <a:pt x="16849" y="11266"/>
                      <a:pt x="17628" y="11266"/>
                    </a:cubicBezTo>
                    <a:close/>
                    <a:moveTo>
                      <a:pt x="2780" y="14320"/>
                    </a:moveTo>
                    <a:lnTo>
                      <a:pt x="15405" y="14320"/>
                    </a:lnTo>
                    <a:lnTo>
                      <a:pt x="15405" y="16440"/>
                    </a:lnTo>
                    <a:lnTo>
                      <a:pt x="2780" y="16440"/>
                    </a:lnTo>
                    <a:lnTo>
                      <a:pt x="2780" y="14320"/>
                    </a:lnTo>
                    <a:close/>
                    <a:moveTo>
                      <a:pt x="17628" y="14320"/>
                    </a:moveTo>
                    <a:cubicBezTo>
                      <a:pt x="18408" y="14320"/>
                      <a:pt x="19040" y="14795"/>
                      <a:pt x="19040" y="15380"/>
                    </a:cubicBezTo>
                    <a:cubicBezTo>
                      <a:pt x="19040" y="15965"/>
                      <a:pt x="18408" y="16440"/>
                      <a:pt x="17628" y="16440"/>
                    </a:cubicBezTo>
                    <a:cubicBezTo>
                      <a:pt x="16849" y="16440"/>
                      <a:pt x="16217" y="15965"/>
                      <a:pt x="16217" y="15380"/>
                    </a:cubicBezTo>
                    <a:cubicBezTo>
                      <a:pt x="16217" y="14795"/>
                      <a:pt x="16849" y="14320"/>
                      <a:pt x="17628" y="14320"/>
                    </a:cubicBezTo>
                    <a:close/>
                    <a:moveTo>
                      <a:pt x="2780" y="17373"/>
                    </a:moveTo>
                    <a:lnTo>
                      <a:pt x="15405" y="17373"/>
                    </a:lnTo>
                    <a:lnTo>
                      <a:pt x="15405" y="19492"/>
                    </a:lnTo>
                    <a:lnTo>
                      <a:pt x="2780" y="19492"/>
                    </a:lnTo>
                    <a:lnTo>
                      <a:pt x="2780" y="17373"/>
                    </a:lnTo>
                    <a:close/>
                    <a:moveTo>
                      <a:pt x="17628" y="17373"/>
                    </a:moveTo>
                    <a:cubicBezTo>
                      <a:pt x="18408" y="17373"/>
                      <a:pt x="19040" y="17847"/>
                      <a:pt x="19040" y="18433"/>
                    </a:cubicBezTo>
                    <a:cubicBezTo>
                      <a:pt x="19040" y="19018"/>
                      <a:pt x="18408" y="19492"/>
                      <a:pt x="17628" y="19492"/>
                    </a:cubicBezTo>
                    <a:cubicBezTo>
                      <a:pt x="16849" y="19492"/>
                      <a:pt x="16217" y="19018"/>
                      <a:pt x="16217" y="18433"/>
                    </a:cubicBezTo>
                    <a:cubicBezTo>
                      <a:pt x="16217" y="17847"/>
                      <a:pt x="16849" y="17373"/>
                      <a:pt x="17628" y="173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0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643" name="User.java"/>
              <p:cNvSpPr txBox="1"/>
              <p:nvPr/>
            </p:nvSpPr>
            <p:spPr>
              <a:xfrm>
                <a:off x="37270" y="2096291"/>
                <a:ext cx="1356056" cy="461367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>
                <a:lvl1pPr>
                  <a:defRPr sz="2400"/>
                </a:lvl1pPr>
              </a:lstStyle>
              <a:p>
                <a:pPr/>
                <a:r>
                  <a:t>User.java</a:t>
                </a:r>
              </a:p>
            </p:txBody>
          </p:sp>
        </p:grpSp>
        <p:sp>
          <p:nvSpPr>
            <p:cNvPr id="645" name="직사각형"/>
            <p:cNvSpPr/>
            <p:nvPr/>
          </p:nvSpPr>
          <p:spPr>
            <a:xfrm>
              <a:off x="80297" y="167216"/>
              <a:ext cx="1270001" cy="174661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646" name="©"/>
            <p:cNvSpPr txBox="1"/>
            <p:nvPr/>
          </p:nvSpPr>
          <p:spPr>
            <a:xfrm>
              <a:off x="414306" y="636306"/>
              <a:ext cx="601981" cy="80843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>
                  <a:solidFill>
                    <a:schemeClr val="accent1"/>
                  </a:solidFill>
                </a:defRPr>
              </a:lvl1pPr>
            </a:lstStyle>
            <a:p>
              <a:pPr/>
              <a:r>
                <a:t>©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dissolve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xit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Class="exit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Class="exit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2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Class="exit" nodeType="afterEffect" presetID="9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15" dur="2000" fill="hold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Class="exit" nodeType="after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19" dur="2000" fill="hold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000"/>
                            </p:stCondLst>
                            <p:childTnLst>
                              <p:par>
                                <p:cTn id="22" presetClass="exit" nodeType="afterEffect" presetID="9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23" dur="2000" fill="hold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Class="exit" nodeType="afterEffect" presetSubtype="0" presetID="1" grpId="7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7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Class="exit" nodeType="afterEffect" presetID="9" grpId="8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animEffect filter="dissolve" transition="out">
                                      <p:cBhvr>
                                        <p:cTn id="30" dur="2000" fill="hold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Class="entr" nodeType="clickEffect" presetSubtype="4" presetID="2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path" nodeType="afterEffect" presetSubtype="0" presetID="-1" grpId="10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Motion path="M 0.000000 0.000000 L 0.003908 -0.054261" origin="layout" pathEditMode="relative">
                                      <p:cBhvr>
                                        <p:cTn id="40" dur="1000" fill="hold"/>
                                        <p:tgtEl>
                                          <p:spTgt spid="6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Class="emph" nodeType="withEffect" presetSubtype="0" presetID="6" grpId="11" accel="50000" decel="50000" fill="hold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3" dur="1000" fill="hold"/>
                                        <p:tgtEl>
                                          <p:spTgt spid="617"/>
                                        </p:tgtEl>
                                      </p:cBhvr>
                                      <p:by x="138913" y="138913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52" grpId="6"/>
      <p:bldP build="whole" bldLvl="1" animBg="1" rev="0" advAuto="0" spid="617" grpId="11"/>
      <p:bldP build="whole" bldLvl="1" animBg="1" rev="0" advAuto="0" spid="623" grpId="2"/>
      <p:bldP build="whole" bldLvl="1" animBg="1" rev="0" advAuto="0" spid="650" grpId="4"/>
      <p:bldP build="whole" bldLvl="1" animBg="1" rev="0" advAuto="0" spid="625" grpId="3"/>
      <p:bldP build="whole" bldLvl="1" animBg="1" rev="0" advAuto="0" spid="654" grpId="5"/>
      <p:bldP build="whole" bldLvl="1" animBg="1" rev="0" advAuto="0" spid="619" grpId="7"/>
      <p:bldP build="whole" bldLvl="1" animBg="1" rev="0" advAuto="0" spid="648" grpId="8"/>
      <p:bldP build="whole" bldLvl="1" animBg="1" rev="0" advAuto="0" spid="621" grpId="1"/>
      <p:bldP build="whole" bldLvl="1" animBg="1" rev="0" advAuto="0" spid="629" grpId="9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선 선" descr="선 선"/>
          <p:cNvPicPr>
            <a:picLocks noChangeAspect="0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65878" y="9724514"/>
            <a:ext cx="3366325" cy="352234"/>
          </a:xfrm>
          <a:prstGeom prst="rect">
            <a:avLst/>
          </a:prstGeom>
        </p:spPr>
      </p:pic>
      <p:sp>
        <p:nvSpPr>
          <p:cNvPr id="659" name="HTML Doc Request"/>
          <p:cNvSpPr txBox="1"/>
          <p:nvPr/>
        </p:nvSpPr>
        <p:spPr>
          <a:xfrm>
            <a:off x="9929947" y="4788163"/>
            <a:ext cx="3473578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HTML Doc Request</a:t>
            </a:r>
          </a:p>
        </p:txBody>
      </p:sp>
      <p:pic>
        <p:nvPicPr>
          <p:cNvPr id="660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28977" y="6885855"/>
            <a:ext cx="5456314" cy="352235"/>
          </a:xfrm>
          <a:prstGeom prst="rect">
            <a:avLst/>
          </a:prstGeom>
        </p:spPr>
      </p:pic>
      <p:sp>
        <p:nvSpPr>
          <p:cNvPr id="662" name="index.html"/>
          <p:cNvSpPr txBox="1"/>
          <p:nvPr/>
        </p:nvSpPr>
        <p:spPr>
          <a:xfrm>
            <a:off x="10723760" y="6372970"/>
            <a:ext cx="1885951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index.html</a:t>
            </a:r>
          </a:p>
        </p:txBody>
      </p:sp>
      <p:pic>
        <p:nvPicPr>
          <p:cNvPr id="663" name="선 선" descr="선 선"/>
          <p:cNvPicPr>
            <a:picLocks noChangeAspect="0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64743" y="9196599"/>
            <a:ext cx="5448904" cy="352235"/>
          </a:xfrm>
          <a:prstGeom prst="rect">
            <a:avLst/>
          </a:prstGeom>
        </p:spPr>
      </p:pic>
      <p:pic>
        <p:nvPicPr>
          <p:cNvPr id="665" name="선 선" descr="선 선"/>
          <p:cNvPicPr>
            <a:picLocks noChangeAspect="0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74401" y="5374087"/>
            <a:ext cx="5448903" cy="352234"/>
          </a:xfrm>
          <a:prstGeom prst="rect">
            <a:avLst/>
          </a:prstGeom>
        </p:spPr>
      </p:pic>
      <p:pic>
        <p:nvPicPr>
          <p:cNvPr id="667" name="선 선" descr="선 선"/>
          <p:cNvPicPr>
            <a:picLocks noChangeAspect="0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724160" y="10777301"/>
            <a:ext cx="3366325" cy="352235"/>
          </a:xfrm>
          <a:prstGeom prst="rect">
            <a:avLst/>
          </a:prstGeom>
        </p:spPr>
      </p:pic>
      <p:pic>
        <p:nvPicPr>
          <p:cNvPr id="669" name="선 선" descr="선 선"/>
          <p:cNvPicPr>
            <a:picLocks noChangeAspect="0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9083483" y="11516228"/>
            <a:ext cx="5448903" cy="352234"/>
          </a:xfrm>
          <a:prstGeom prst="rect">
            <a:avLst/>
          </a:prstGeom>
        </p:spPr>
      </p:pic>
      <p:sp>
        <p:nvSpPr>
          <p:cNvPr id="671" name="Component Data Request"/>
          <p:cNvSpPr txBox="1"/>
          <p:nvPr/>
        </p:nvSpPr>
        <p:spPr>
          <a:xfrm>
            <a:off x="9501137" y="8652614"/>
            <a:ext cx="455371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Component Data Request</a:t>
            </a:r>
          </a:p>
        </p:txBody>
      </p:sp>
      <p:sp>
        <p:nvSpPr>
          <p:cNvPr id="672" name="SQL Commands"/>
          <p:cNvSpPr txBox="1"/>
          <p:nvPr/>
        </p:nvSpPr>
        <p:spPr>
          <a:xfrm>
            <a:off x="16955616" y="9093821"/>
            <a:ext cx="2945131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SQL Commands</a:t>
            </a:r>
          </a:p>
        </p:txBody>
      </p:sp>
      <p:sp>
        <p:nvSpPr>
          <p:cNvPr id="673" name="SQL Data"/>
          <p:cNvSpPr txBox="1"/>
          <p:nvPr/>
        </p:nvSpPr>
        <p:spPr>
          <a:xfrm>
            <a:off x="17545213" y="10265142"/>
            <a:ext cx="1765936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SQL Data</a:t>
            </a:r>
          </a:p>
        </p:txBody>
      </p:sp>
      <p:sp>
        <p:nvSpPr>
          <p:cNvPr id="674" name="JSON DATA"/>
          <p:cNvSpPr txBox="1"/>
          <p:nvPr/>
        </p:nvSpPr>
        <p:spPr>
          <a:xfrm>
            <a:off x="10469633" y="11013811"/>
            <a:ext cx="2140078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JSON DATA</a:t>
            </a:r>
          </a:p>
        </p:txBody>
      </p:sp>
      <p:grpSp>
        <p:nvGrpSpPr>
          <p:cNvPr id="677" name="그룹"/>
          <p:cNvGrpSpPr/>
          <p:nvPr/>
        </p:nvGrpSpPr>
        <p:grpSpPr>
          <a:xfrm>
            <a:off x="13877569" y="2024849"/>
            <a:ext cx="1011644" cy="1941788"/>
            <a:chOff x="0" y="0"/>
            <a:chExt cx="1011642" cy="1941786"/>
          </a:xfrm>
        </p:grpSpPr>
        <p:sp>
          <p:nvSpPr>
            <p:cNvPr id="675" name="컴퓨터"/>
            <p:cNvSpPr/>
            <p:nvPr/>
          </p:nvSpPr>
          <p:spPr>
            <a:xfrm>
              <a:off x="6084" y="0"/>
              <a:ext cx="1005559" cy="811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600" fill="norm" stroke="1" extrusionOk="0">
                  <a:moveTo>
                    <a:pt x="464" y="0"/>
                  </a:moveTo>
                  <a:cubicBezTo>
                    <a:pt x="210" y="0"/>
                    <a:pt x="0" y="261"/>
                    <a:pt x="0" y="575"/>
                  </a:cubicBezTo>
                  <a:lnTo>
                    <a:pt x="0" y="17777"/>
                  </a:lnTo>
                  <a:cubicBezTo>
                    <a:pt x="0" y="18091"/>
                    <a:pt x="210" y="18354"/>
                    <a:pt x="464" y="18354"/>
                  </a:cubicBezTo>
                  <a:lnTo>
                    <a:pt x="9148" y="18354"/>
                  </a:lnTo>
                  <a:lnTo>
                    <a:pt x="9116" y="18513"/>
                  </a:lnTo>
                  <a:lnTo>
                    <a:pt x="8753" y="20763"/>
                  </a:lnTo>
                  <a:lnTo>
                    <a:pt x="7690" y="20763"/>
                  </a:lnTo>
                  <a:lnTo>
                    <a:pt x="7690" y="21600"/>
                  </a:lnTo>
                  <a:lnTo>
                    <a:pt x="10486" y="21600"/>
                  </a:lnTo>
                  <a:lnTo>
                    <a:pt x="11107" y="21600"/>
                  </a:lnTo>
                  <a:lnTo>
                    <a:pt x="13905" y="21600"/>
                  </a:lnTo>
                  <a:lnTo>
                    <a:pt x="13905" y="20763"/>
                  </a:lnTo>
                  <a:lnTo>
                    <a:pt x="12842" y="20763"/>
                  </a:lnTo>
                  <a:lnTo>
                    <a:pt x="12479" y="18513"/>
                  </a:lnTo>
                  <a:lnTo>
                    <a:pt x="12452" y="18354"/>
                  </a:lnTo>
                  <a:lnTo>
                    <a:pt x="21131" y="18354"/>
                  </a:lnTo>
                  <a:cubicBezTo>
                    <a:pt x="21384" y="18354"/>
                    <a:pt x="21595" y="18091"/>
                    <a:pt x="21595" y="17777"/>
                  </a:cubicBezTo>
                  <a:lnTo>
                    <a:pt x="21595" y="575"/>
                  </a:lnTo>
                  <a:cubicBezTo>
                    <a:pt x="21600" y="261"/>
                    <a:pt x="21389" y="0"/>
                    <a:pt x="21136" y="0"/>
                  </a:cubicBezTo>
                  <a:lnTo>
                    <a:pt x="464" y="0"/>
                  </a:lnTo>
                  <a:close/>
                  <a:moveTo>
                    <a:pt x="10800" y="542"/>
                  </a:moveTo>
                  <a:cubicBezTo>
                    <a:pt x="10913" y="542"/>
                    <a:pt x="11006" y="650"/>
                    <a:pt x="11006" y="797"/>
                  </a:cubicBezTo>
                  <a:cubicBezTo>
                    <a:pt x="11006" y="937"/>
                    <a:pt x="10913" y="1052"/>
                    <a:pt x="10800" y="1052"/>
                  </a:cubicBezTo>
                  <a:cubicBezTo>
                    <a:pt x="10686" y="1052"/>
                    <a:pt x="10594" y="937"/>
                    <a:pt x="10594" y="797"/>
                  </a:cubicBezTo>
                  <a:cubicBezTo>
                    <a:pt x="10594" y="656"/>
                    <a:pt x="10686" y="542"/>
                    <a:pt x="10800" y="542"/>
                  </a:cubicBezTo>
                  <a:close/>
                  <a:moveTo>
                    <a:pt x="1242" y="1734"/>
                  </a:moveTo>
                  <a:lnTo>
                    <a:pt x="20358" y="1734"/>
                  </a:lnTo>
                  <a:lnTo>
                    <a:pt x="20358" y="15233"/>
                  </a:lnTo>
                  <a:lnTo>
                    <a:pt x="1242" y="15233"/>
                  </a:lnTo>
                  <a:lnTo>
                    <a:pt x="1242" y="1734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676" name="S3"/>
            <p:cNvSpPr txBox="1"/>
            <p:nvPr/>
          </p:nvSpPr>
          <p:spPr>
            <a:xfrm>
              <a:off x="0" y="1133355"/>
              <a:ext cx="950112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/>
            <a:p>
              <a:pPr/>
              <a:r>
                <a:t>S3 </a:t>
              </a:r>
            </a:p>
          </p:txBody>
        </p:sp>
      </p:grpSp>
      <p:sp>
        <p:nvSpPr>
          <p:cNvPr id="678" name="선"/>
          <p:cNvSpPr/>
          <p:nvPr/>
        </p:nvSpPr>
        <p:spPr>
          <a:xfrm flipV="1">
            <a:off x="14510181" y="4315541"/>
            <a:ext cx="1" cy="940566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79" name="RDS"/>
          <p:cNvSpPr txBox="1"/>
          <p:nvPr/>
        </p:nvSpPr>
        <p:spPr>
          <a:xfrm>
            <a:off x="19418274" y="3221194"/>
            <a:ext cx="1356057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RDS</a:t>
            </a:r>
          </a:p>
        </p:txBody>
      </p:sp>
      <p:sp>
        <p:nvSpPr>
          <p:cNvPr id="680" name="동전"/>
          <p:cNvSpPr/>
          <p:nvPr/>
        </p:nvSpPr>
        <p:spPr>
          <a:xfrm>
            <a:off x="19462256" y="1855957"/>
            <a:ext cx="1011643" cy="10146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0801" y="0"/>
                </a:moveTo>
                <a:cubicBezTo>
                  <a:pt x="7949" y="0"/>
                  <a:pt x="5266" y="392"/>
                  <a:pt x="3255" y="1111"/>
                </a:cubicBezTo>
                <a:cubicBezTo>
                  <a:pt x="1360" y="1787"/>
                  <a:pt x="273" y="2685"/>
                  <a:pt x="273" y="3572"/>
                </a:cubicBezTo>
                <a:cubicBezTo>
                  <a:pt x="273" y="4460"/>
                  <a:pt x="1360" y="5360"/>
                  <a:pt x="3255" y="6035"/>
                </a:cubicBezTo>
                <a:cubicBezTo>
                  <a:pt x="5266" y="6749"/>
                  <a:pt x="7949" y="7147"/>
                  <a:pt x="10801" y="7147"/>
                </a:cubicBezTo>
                <a:cubicBezTo>
                  <a:pt x="13652" y="7147"/>
                  <a:pt x="16334" y="6754"/>
                  <a:pt x="18345" y="6035"/>
                </a:cubicBezTo>
                <a:cubicBezTo>
                  <a:pt x="20240" y="5360"/>
                  <a:pt x="21327" y="4460"/>
                  <a:pt x="21327" y="3572"/>
                </a:cubicBezTo>
                <a:cubicBezTo>
                  <a:pt x="21327" y="2685"/>
                  <a:pt x="20240" y="1787"/>
                  <a:pt x="18345" y="1111"/>
                </a:cubicBezTo>
                <a:cubicBezTo>
                  <a:pt x="16334" y="398"/>
                  <a:pt x="13652" y="0"/>
                  <a:pt x="10801" y="0"/>
                </a:cubicBezTo>
                <a:close/>
                <a:moveTo>
                  <a:pt x="12" y="4505"/>
                </a:moveTo>
                <a:lnTo>
                  <a:pt x="12" y="5914"/>
                </a:lnTo>
                <a:cubicBezTo>
                  <a:pt x="12" y="8033"/>
                  <a:pt x="4846" y="9754"/>
                  <a:pt x="10811" y="9754"/>
                </a:cubicBezTo>
                <a:cubicBezTo>
                  <a:pt x="16776" y="9754"/>
                  <a:pt x="21600" y="8039"/>
                  <a:pt x="21600" y="5914"/>
                </a:cubicBezTo>
                <a:lnTo>
                  <a:pt x="21600" y="4505"/>
                </a:lnTo>
                <a:cubicBezTo>
                  <a:pt x="21136" y="5284"/>
                  <a:pt x="20088" y="5991"/>
                  <a:pt x="18531" y="6541"/>
                </a:cubicBezTo>
                <a:cubicBezTo>
                  <a:pt x="16460" y="7276"/>
                  <a:pt x="13718" y="7679"/>
                  <a:pt x="10806" y="7679"/>
                </a:cubicBezTo>
                <a:cubicBezTo>
                  <a:pt x="7894" y="7679"/>
                  <a:pt x="5146" y="7276"/>
                  <a:pt x="3081" y="6541"/>
                </a:cubicBezTo>
                <a:cubicBezTo>
                  <a:pt x="1524" y="5985"/>
                  <a:pt x="476" y="5284"/>
                  <a:pt x="12" y="4505"/>
                </a:cubicBezTo>
                <a:close/>
                <a:moveTo>
                  <a:pt x="0" y="7320"/>
                </a:moveTo>
                <a:lnTo>
                  <a:pt x="0" y="8284"/>
                </a:lnTo>
                <a:cubicBezTo>
                  <a:pt x="0" y="10402"/>
                  <a:pt x="4836" y="12123"/>
                  <a:pt x="10801" y="12123"/>
                </a:cubicBezTo>
                <a:cubicBezTo>
                  <a:pt x="16766" y="12123"/>
                  <a:pt x="21600" y="10408"/>
                  <a:pt x="21600" y="8284"/>
                </a:cubicBezTo>
                <a:lnTo>
                  <a:pt x="21600" y="7320"/>
                </a:lnTo>
                <a:cubicBezTo>
                  <a:pt x="21458" y="7495"/>
                  <a:pt x="21295" y="7664"/>
                  <a:pt x="21098" y="7827"/>
                </a:cubicBezTo>
                <a:cubicBezTo>
                  <a:pt x="20508" y="8329"/>
                  <a:pt x="19672" y="8769"/>
                  <a:pt x="18618" y="9145"/>
                </a:cubicBezTo>
                <a:cubicBezTo>
                  <a:pt x="16520" y="9891"/>
                  <a:pt x="13745" y="10299"/>
                  <a:pt x="10801" y="10299"/>
                </a:cubicBezTo>
                <a:cubicBezTo>
                  <a:pt x="7856" y="10299"/>
                  <a:pt x="5080" y="9891"/>
                  <a:pt x="2982" y="9145"/>
                </a:cubicBezTo>
                <a:cubicBezTo>
                  <a:pt x="1928" y="8769"/>
                  <a:pt x="1099" y="8329"/>
                  <a:pt x="504" y="7827"/>
                </a:cubicBezTo>
                <a:cubicBezTo>
                  <a:pt x="307" y="7664"/>
                  <a:pt x="142" y="7495"/>
                  <a:pt x="0" y="7320"/>
                </a:cubicBezTo>
                <a:close/>
                <a:moveTo>
                  <a:pt x="0" y="9689"/>
                </a:moveTo>
                <a:lnTo>
                  <a:pt x="0" y="10653"/>
                </a:lnTo>
                <a:cubicBezTo>
                  <a:pt x="0" y="12771"/>
                  <a:pt x="4836" y="14492"/>
                  <a:pt x="10801" y="14492"/>
                </a:cubicBezTo>
                <a:cubicBezTo>
                  <a:pt x="16766" y="14492"/>
                  <a:pt x="21600" y="12777"/>
                  <a:pt x="21600" y="10653"/>
                </a:cubicBezTo>
                <a:lnTo>
                  <a:pt x="21600" y="9689"/>
                </a:lnTo>
                <a:cubicBezTo>
                  <a:pt x="21458" y="9864"/>
                  <a:pt x="21295" y="10033"/>
                  <a:pt x="21098" y="10197"/>
                </a:cubicBezTo>
                <a:cubicBezTo>
                  <a:pt x="20508" y="10698"/>
                  <a:pt x="19672" y="11138"/>
                  <a:pt x="18618" y="11514"/>
                </a:cubicBezTo>
                <a:cubicBezTo>
                  <a:pt x="16520" y="12260"/>
                  <a:pt x="13745" y="12668"/>
                  <a:pt x="10801" y="12668"/>
                </a:cubicBezTo>
                <a:cubicBezTo>
                  <a:pt x="7856" y="12668"/>
                  <a:pt x="5080" y="12260"/>
                  <a:pt x="2982" y="11514"/>
                </a:cubicBezTo>
                <a:cubicBezTo>
                  <a:pt x="1928" y="11138"/>
                  <a:pt x="1099" y="10698"/>
                  <a:pt x="504" y="10197"/>
                </a:cubicBezTo>
                <a:cubicBezTo>
                  <a:pt x="307" y="10033"/>
                  <a:pt x="142" y="9864"/>
                  <a:pt x="0" y="9689"/>
                </a:cubicBezTo>
                <a:close/>
                <a:moveTo>
                  <a:pt x="0" y="12059"/>
                </a:moveTo>
                <a:lnTo>
                  <a:pt x="0" y="13022"/>
                </a:lnTo>
                <a:cubicBezTo>
                  <a:pt x="0" y="15141"/>
                  <a:pt x="4836" y="16862"/>
                  <a:pt x="10801" y="16862"/>
                </a:cubicBezTo>
                <a:cubicBezTo>
                  <a:pt x="16766" y="16862"/>
                  <a:pt x="21600" y="15146"/>
                  <a:pt x="21600" y="13022"/>
                </a:cubicBezTo>
                <a:lnTo>
                  <a:pt x="21600" y="12059"/>
                </a:lnTo>
                <a:cubicBezTo>
                  <a:pt x="21458" y="12233"/>
                  <a:pt x="21295" y="12402"/>
                  <a:pt x="21098" y="12566"/>
                </a:cubicBezTo>
                <a:cubicBezTo>
                  <a:pt x="20508" y="13067"/>
                  <a:pt x="19672" y="13507"/>
                  <a:pt x="18618" y="13883"/>
                </a:cubicBezTo>
                <a:cubicBezTo>
                  <a:pt x="16520" y="14629"/>
                  <a:pt x="13745" y="15037"/>
                  <a:pt x="10801" y="15037"/>
                </a:cubicBezTo>
                <a:cubicBezTo>
                  <a:pt x="7856" y="15037"/>
                  <a:pt x="5080" y="14629"/>
                  <a:pt x="2982" y="13883"/>
                </a:cubicBezTo>
                <a:cubicBezTo>
                  <a:pt x="1928" y="13507"/>
                  <a:pt x="1099" y="13067"/>
                  <a:pt x="504" y="12566"/>
                </a:cubicBezTo>
                <a:cubicBezTo>
                  <a:pt x="307" y="12402"/>
                  <a:pt x="142" y="12233"/>
                  <a:pt x="0" y="12059"/>
                </a:cubicBezTo>
                <a:close/>
                <a:moveTo>
                  <a:pt x="0" y="14428"/>
                </a:moveTo>
                <a:lnTo>
                  <a:pt x="0" y="15391"/>
                </a:lnTo>
                <a:cubicBezTo>
                  <a:pt x="0" y="17510"/>
                  <a:pt x="4836" y="19231"/>
                  <a:pt x="10801" y="19231"/>
                </a:cubicBezTo>
                <a:cubicBezTo>
                  <a:pt x="16766" y="19231"/>
                  <a:pt x="21600" y="17515"/>
                  <a:pt x="21600" y="15391"/>
                </a:cubicBezTo>
                <a:lnTo>
                  <a:pt x="21600" y="14428"/>
                </a:lnTo>
                <a:cubicBezTo>
                  <a:pt x="21458" y="14602"/>
                  <a:pt x="21295" y="14772"/>
                  <a:pt x="21098" y="14935"/>
                </a:cubicBezTo>
                <a:cubicBezTo>
                  <a:pt x="20508" y="15436"/>
                  <a:pt x="19672" y="15877"/>
                  <a:pt x="18618" y="16252"/>
                </a:cubicBezTo>
                <a:cubicBezTo>
                  <a:pt x="16520" y="16998"/>
                  <a:pt x="13745" y="17406"/>
                  <a:pt x="10801" y="17406"/>
                </a:cubicBezTo>
                <a:cubicBezTo>
                  <a:pt x="7856" y="17406"/>
                  <a:pt x="5080" y="16998"/>
                  <a:pt x="2982" y="16252"/>
                </a:cubicBezTo>
                <a:cubicBezTo>
                  <a:pt x="1928" y="15877"/>
                  <a:pt x="1099" y="15436"/>
                  <a:pt x="504" y="14935"/>
                </a:cubicBezTo>
                <a:cubicBezTo>
                  <a:pt x="307" y="14772"/>
                  <a:pt x="142" y="14602"/>
                  <a:pt x="0" y="14428"/>
                </a:cubicBezTo>
                <a:close/>
                <a:moveTo>
                  <a:pt x="0" y="16797"/>
                </a:moveTo>
                <a:lnTo>
                  <a:pt x="0" y="17760"/>
                </a:lnTo>
                <a:cubicBezTo>
                  <a:pt x="0" y="19879"/>
                  <a:pt x="4836" y="21600"/>
                  <a:pt x="10801" y="21600"/>
                </a:cubicBezTo>
                <a:cubicBezTo>
                  <a:pt x="16766" y="21600"/>
                  <a:pt x="21600" y="19879"/>
                  <a:pt x="21600" y="17760"/>
                </a:cubicBezTo>
                <a:lnTo>
                  <a:pt x="21600" y="16797"/>
                </a:lnTo>
                <a:cubicBezTo>
                  <a:pt x="21458" y="16971"/>
                  <a:pt x="21295" y="17141"/>
                  <a:pt x="21098" y="17304"/>
                </a:cubicBezTo>
                <a:cubicBezTo>
                  <a:pt x="20508" y="17805"/>
                  <a:pt x="19672" y="18246"/>
                  <a:pt x="18618" y="18622"/>
                </a:cubicBezTo>
                <a:cubicBezTo>
                  <a:pt x="16520" y="19368"/>
                  <a:pt x="13745" y="19775"/>
                  <a:pt x="10801" y="19775"/>
                </a:cubicBezTo>
                <a:cubicBezTo>
                  <a:pt x="7856" y="19775"/>
                  <a:pt x="5080" y="19368"/>
                  <a:pt x="2982" y="18622"/>
                </a:cubicBezTo>
                <a:cubicBezTo>
                  <a:pt x="1928" y="18246"/>
                  <a:pt x="1099" y="17805"/>
                  <a:pt x="504" y="17304"/>
                </a:cubicBezTo>
                <a:cubicBezTo>
                  <a:pt x="307" y="17141"/>
                  <a:pt x="142" y="16971"/>
                  <a:pt x="0" y="16797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81" name="선"/>
          <p:cNvSpPr/>
          <p:nvPr/>
        </p:nvSpPr>
        <p:spPr>
          <a:xfrm flipV="1">
            <a:off x="20096302" y="4334084"/>
            <a:ext cx="1" cy="9405660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686" name="그룹"/>
          <p:cNvGrpSpPr/>
          <p:nvPr/>
        </p:nvGrpSpPr>
        <p:grpSpPr>
          <a:xfrm>
            <a:off x="7908620" y="1424830"/>
            <a:ext cx="2371040" cy="12333457"/>
            <a:chOff x="0" y="0"/>
            <a:chExt cx="2371039" cy="12333456"/>
          </a:xfrm>
        </p:grpSpPr>
        <p:sp>
          <p:nvSpPr>
            <p:cNvPr id="682" name="선"/>
            <p:cNvSpPr/>
            <p:nvPr/>
          </p:nvSpPr>
          <p:spPr>
            <a:xfrm flipV="1">
              <a:off x="1185519" y="2927796"/>
              <a:ext cx="1" cy="940566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grpSp>
          <p:nvGrpSpPr>
            <p:cNvPr id="685" name="그룹"/>
            <p:cNvGrpSpPr/>
            <p:nvPr/>
          </p:nvGrpSpPr>
          <p:grpSpPr>
            <a:xfrm>
              <a:off x="0" y="-1"/>
              <a:ext cx="2371040" cy="2604293"/>
              <a:chOff x="0" y="0"/>
              <a:chExt cx="2371039" cy="2604291"/>
            </a:xfrm>
          </p:grpSpPr>
          <p:sp>
            <p:nvSpPr>
              <p:cNvPr id="683" name="세계"/>
              <p:cNvSpPr/>
              <p:nvPr/>
            </p:nvSpPr>
            <p:spPr>
              <a:xfrm>
                <a:off x="550519" y="0"/>
                <a:ext cx="1270001" cy="127000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cubicBezTo>
                      <a:pt x="4845" y="0"/>
                      <a:pt x="0" y="4845"/>
                      <a:pt x="0" y="10800"/>
                    </a:cubicBezTo>
                    <a:cubicBezTo>
                      <a:pt x="0" y="16755"/>
                      <a:pt x="4845" y="21600"/>
                      <a:pt x="10800" y="21600"/>
                    </a:cubicBezTo>
                    <a:cubicBezTo>
                      <a:pt x="16755" y="21600"/>
                      <a:pt x="21600" y="16755"/>
                      <a:pt x="21600" y="10800"/>
                    </a:cubicBezTo>
                    <a:cubicBezTo>
                      <a:pt x="21600" y="4845"/>
                      <a:pt x="16755" y="0"/>
                      <a:pt x="10800" y="0"/>
                    </a:cubicBezTo>
                    <a:close/>
                    <a:moveTo>
                      <a:pt x="11993" y="938"/>
                    </a:moveTo>
                    <a:cubicBezTo>
                      <a:pt x="14122" y="1194"/>
                      <a:pt x="16044" y="2125"/>
                      <a:pt x="17542" y="3512"/>
                    </a:cubicBezTo>
                    <a:cubicBezTo>
                      <a:pt x="16898" y="4108"/>
                      <a:pt x="16188" y="4611"/>
                      <a:pt x="15429" y="5012"/>
                    </a:cubicBezTo>
                    <a:cubicBezTo>
                      <a:pt x="15343" y="4850"/>
                      <a:pt x="15255" y="4689"/>
                      <a:pt x="15162" y="4531"/>
                    </a:cubicBezTo>
                    <a:cubicBezTo>
                      <a:pt x="14347" y="3140"/>
                      <a:pt x="13267" y="1918"/>
                      <a:pt x="11993" y="938"/>
                    </a:cubicBezTo>
                    <a:close/>
                    <a:moveTo>
                      <a:pt x="9560" y="943"/>
                    </a:moveTo>
                    <a:cubicBezTo>
                      <a:pt x="8289" y="1922"/>
                      <a:pt x="7211" y="3142"/>
                      <a:pt x="6397" y="4531"/>
                    </a:cubicBezTo>
                    <a:cubicBezTo>
                      <a:pt x="6308" y="4684"/>
                      <a:pt x="6222" y="4839"/>
                      <a:pt x="6139" y="4995"/>
                    </a:cubicBezTo>
                    <a:cubicBezTo>
                      <a:pt x="5392" y="4597"/>
                      <a:pt x="4693" y="4100"/>
                      <a:pt x="4058" y="3512"/>
                    </a:cubicBezTo>
                    <a:cubicBezTo>
                      <a:pt x="5545" y="2136"/>
                      <a:pt x="7450" y="1207"/>
                      <a:pt x="9560" y="943"/>
                    </a:cubicBezTo>
                    <a:close/>
                    <a:moveTo>
                      <a:pt x="10366" y="1421"/>
                    </a:moveTo>
                    <a:lnTo>
                      <a:pt x="10366" y="6141"/>
                    </a:lnTo>
                    <a:cubicBezTo>
                      <a:pt x="9165" y="6090"/>
                      <a:pt x="8002" y="5827"/>
                      <a:pt x="6920" y="5368"/>
                    </a:cubicBezTo>
                    <a:cubicBezTo>
                      <a:pt x="6992" y="5234"/>
                      <a:pt x="7066" y="5100"/>
                      <a:pt x="7143" y="4968"/>
                    </a:cubicBezTo>
                    <a:cubicBezTo>
                      <a:pt x="7960" y="3575"/>
                      <a:pt x="9062" y="2365"/>
                      <a:pt x="10366" y="1421"/>
                    </a:cubicBezTo>
                    <a:close/>
                    <a:moveTo>
                      <a:pt x="11234" y="1451"/>
                    </a:moveTo>
                    <a:cubicBezTo>
                      <a:pt x="12520" y="2391"/>
                      <a:pt x="13607" y="3589"/>
                      <a:pt x="14415" y="4968"/>
                    </a:cubicBezTo>
                    <a:cubicBezTo>
                      <a:pt x="14495" y="5104"/>
                      <a:pt x="14572" y="5244"/>
                      <a:pt x="14646" y="5383"/>
                    </a:cubicBezTo>
                    <a:cubicBezTo>
                      <a:pt x="13574" y="5833"/>
                      <a:pt x="12424" y="6090"/>
                      <a:pt x="11234" y="6141"/>
                    </a:cubicBezTo>
                    <a:lnTo>
                      <a:pt x="11234" y="1451"/>
                    </a:lnTo>
                    <a:close/>
                    <a:moveTo>
                      <a:pt x="3448" y="4128"/>
                    </a:moveTo>
                    <a:cubicBezTo>
                      <a:pt x="4152" y="4783"/>
                      <a:pt x="4928" y="5335"/>
                      <a:pt x="5759" y="5775"/>
                    </a:cubicBezTo>
                    <a:cubicBezTo>
                      <a:pt x="5120" y="7219"/>
                      <a:pt x="4759" y="8779"/>
                      <a:pt x="4701" y="10368"/>
                    </a:cubicBezTo>
                    <a:lnTo>
                      <a:pt x="876" y="10368"/>
                    </a:lnTo>
                    <a:cubicBezTo>
                      <a:pt x="979" y="7972"/>
                      <a:pt x="1935" y="5793"/>
                      <a:pt x="3448" y="4128"/>
                    </a:cubicBezTo>
                    <a:close/>
                    <a:moveTo>
                      <a:pt x="18152" y="4128"/>
                    </a:moveTo>
                    <a:cubicBezTo>
                      <a:pt x="19665" y="5793"/>
                      <a:pt x="20621" y="7972"/>
                      <a:pt x="20724" y="10368"/>
                    </a:cubicBezTo>
                    <a:lnTo>
                      <a:pt x="16858" y="10368"/>
                    </a:lnTo>
                    <a:cubicBezTo>
                      <a:pt x="16800" y="8785"/>
                      <a:pt x="16441" y="7231"/>
                      <a:pt x="15807" y="5792"/>
                    </a:cubicBezTo>
                    <a:cubicBezTo>
                      <a:pt x="16650" y="5349"/>
                      <a:pt x="17439" y="4792"/>
                      <a:pt x="18152" y="4128"/>
                    </a:cubicBezTo>
                    <a:close/>
                    <a:moveTo>
                      <a:pt x="6541" y="6148"/>
                    </a:moveTo>
                    <a:cubicBezTo>
                      <a:pt x="7739" y="6662"/>
                      <a:pt x="9031" y="6956"/>
                      <a:pt x="10366" y="7008"/>
                    </a:cubicBezTo>
                    <a:lnTo>
                      <a:pt x="10366" y="10368"/>
                    </a:lnTo>
                    <a:lnTo>
                      <a:pt x="5569" y="10368"/>
                    </a:lnTo>
                    <a:cubicBezTo>
                      <a:pt x="5626" y="8908"/>
                      <a:pt x="5956" y="7475"/>
                      <a:pt x="6541" y="6148"/>
                    </a:cubicBezTo>
                    <a:close/>
                    <a:moveTo>
                      <a:pt x="15024" y="6163"/>
                    </a:moveTo>
                    <a:cubicBezTo>
                      <a:pt x="15604" y="7486"/>
                      <a:pt x="15934" y="8914"/>
                      <a:pt x="15991" y="10368"/>
                    </a:cubicBezTo>
                    <a:lnTo>
                      <a:pt x="11234" y="10368"/>
                    </a:lnTo>
                    <a:lnTo>
                      <a:pt x="11234" y="7008"/>
                    </a:lnTo>
                    <a:cubicBezTo>
                      <a:pt x="12557" y="6956"/>
                      <a:pt x="13835" y="6668"/>
                      <a:pt x="15024" y="6163"/>
                    </a:cubicBezTo>
                    <a:close/>
                    <a:moveTo>
                      <a:pt x="876" y="11234"/>
                    </a:moveTo>
                    <a:lnTo>
                      <a:pt x="4700" y="11234"/>
                    </a:lnTo>
                    <a:cubicBezTo>
                      <a:pt x="4753" y="12849"/>
                      <a:pt x="5119" y="14437"/>
                      <a:pt x="5773" y="15903"/>
                    </a:cubicBezTo>
                    <a:cubicBezTo>
                      <a:pt x="4953" y="16335"/>
                      <a:pt x="4185" y="16876"/>
                      <a:pt x="3488" y="17518"/>
                    </a:cubicBezTo>
                    <a:cubicBezTo>
                      <a:pt x="1952" y="15847"/>
                      <a:pt x="980" y="13652"/>
                      <a:pt x="876" y="11234"/>
                    </a:cubicBezTo>
                    <a:close/>
                    <a:moveTo>
                      <a:pt x="5567" y="11234"/>
                    </a:moveTo>
                    <a:lnTo>
                      <a:pt x="10366" y="11234"/>
                    </a:lnTo>
                    <a:lnTo>
                      <a:pt x="10366" y="14676"/>
                    </a:lnTo>
                    <a:cubicBezTo>
                      <a:pt x="9036" y="14728"/>
                      <a:pt x="7749" y="15021"/>
                      <a:pt x="6554" y="15532"/>
                    </a:cubicBezTo>
                    <a:cubicBezTo>
                      <a:pt x="5955" y="14182"/>
                      <a:pt x="5619" y="12720"/>
                      <a:pt x="5567" y="11234"/>
                    </a:cubicBezTo>
                    <a:close/>
                    <a:moveTo>
                      <a:pt x="11234" y="11234"/>
                    </a:moveTo>
                    <a:lnTo>
                      <a:pt x="15992" y="11234"/>
                    </a:lnTo>
                    <a:cubicBezTo>
                      <a:pt x="15940" y="12714"/>
                      <a:pt x="15605" y="14169"/>
                      <a:pt x="15010" y="15515"/>
                    </a:cubicBezTo>
                    <a:cubicBezTo>
                      <a:pt x="13825" y="15013"/>
                      <a:pt x="12552" y="14728"/>
                      <a:pt x="11234" y="14676"/>
                    </a:cubicBezTo>
                    <a:lnTo>
                      <a:pt x="11234" y="11234"/>
                    </a:lnTo>
                    <a:close/>
                    <a:moveTo>
                      <a:pt x="16860" y="11234"/>
                    </a:moveTo>
                    <a:lnTo>
                      <a:pt x="20724" y="11234"/>
                    </a:lnTo>
                    <a:cubicBezTo>
                      <a:pt x="20620" y="13652"/>
                      <a:pt x="19648" y="15847"/>
                      <a:pt x="18112" y="17518"/>
                    </a:cubicBezTo>
                    <a:cubicBezTo>
                      <a:pt x="17406" y="16867"/>
                      <a:pt x="16627" y="16321"/>
                      <a:pt x="15795" y="15886"/>
                    </a:cubicBezTo>
                    <a:cubicBezTo>
                      <a:pt x="16444" y="14425"/>
                      <a:pt x="16807" y="12842"/>
                      <a:pt x="16860" y="11234"/>
                    </a:cubicBezTo>
                    <a:close/>
                    <a:moveTo>
                      <a:pt x="10366" y="15544"/>
                    </a:moveTo>
                    <a:lnTo>
                      <a:pt x="10366" y="20226"/>
                    </a:lnTo>
                    <a:cubicBezTo>
                      <a:pt x="9026" y="19256"/>
                      <a:pt x="7899" y="18005"/>
                      <a:pt x="7077" y="16566"/>
                    </a:cubicBezTo>
                    <a:cubicBezTo>
                      <a:pt x="7029" y="16481"/>
                      <a:pt x="6982" y="16396"/>
                      <a:pt x="6936" y="16310"/>
                    </a:cubicBezTo>
                    <a:cubicBezTo>
                      <a:pt x="8013" y="15855"/>
                      <a:pt x="9170" y="15594"/>
                      <a:pt x="10366" y="15544"/>
                    </a:cubicBezTo>
                    <a:close/>
                    <a:moveTo>
                      <a:pt x="11234" y="15544"/>
                    </a:moveTo>
                    <a:cubicBezTo>
                      <a:pt x="12418" y="15594"/>
                      <a:pt x="13563" y="15849"/>
                      <a:pt x="14631" y="16295"/>
                    </a:cubicBezTo>
                    <a:cubicBezTo>
                      <a:pt x="14582" y="16386"/>
                      <a:pt x="14532" y="16476"/>
                      <a:pt x="14480" y="16566"/>
                    </a:cubicBezTo>
                    <a:cubicBezTo>
                      <a:pt x="13667" y="17990"/>
                      <a:pt x="12556" y="19230"/>
                      <a:pt x="11234" y="20196"/>
                    </a:cubicBezTo>
                    <a:lnTo>
                      <a:pt x="11234" y="15544"/>
                    </a:lnTo>
                    <a:close/>
                    <a:moveTo>
                      <a:pt x="15415" y="16666"/>
                    </a:moveTo>
                    <a:cubicBezTo>
                      <a:pt x="16162" y="17059"/>
                      <a:pt x="16861" y="17548"/>
                      <a:pt x="17498" y="18131"/>
                    </a:cubicBezTo>
                    <a:cubicBezTo>
                      <a:pt x="16023" y="19479"/>
                      <a:pt x="14143" y="20390"/>
                      <a:pt x="12062" y="20655"/>
                    </a:cubicBezTo>
                    <a:cubicBezTo>
                      <a:pt x="13343" y="19655"/>
                      <a:pt x="14426" y="18410"/>
                      <a:pt x="15233" y="16997"/>
                    </a:cubicBezTo>
                    <a:cubicBezTo>
                      <a:pt x="15295" y="16887"/>
                      <a:pt x="15356" y="16777"/>
                      <a:pt x="15415" y="16666"/>
                    </a:cubicBezTo>
                    <a:close/>
                    <a:moveTo>
                      <a:pt x="6153" y="16683"/>
                    </a:moveTo>
                    <a:cubicBezTo>
                      <a:pt x="6209" y="16788"/>
                      <a:pt x="6267" y="16893"/>
                      <a:pt x="6326" y="16997"/>
                    </a:cubicBezTo>
                    <a:cubicBezTo>
                      <a:pt x="7132" y="18407"/>
                      <a:pt x="8212" y="19649"/>
                      <a:pt x="9489" y="20648"/>
                    </a:cubicBezTo>
                    <a:cubicBezTo>
                      <a:pt x="7428" y="20375"/>
                      <a:pt x="5565" y="19468"/>
                      <a:pt x="4102" y="18131"/>
                    </a:cubicBezTo>
                    <a:cubicBezTo>
                      <a:pt x="4730" y="17557"/>
                      <a:pt x="5418" y="17073"/>
                      <a:pt x="6153" y="16683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0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684" name="Browser"/>
              <p:cNvSpPr txBox="1"/>
              <p:nvPr/>
            </p:nvSpPr>
            <p:spPr>
              <a:xfrm>
                <a:off x="0" y="1795860"/>
                <a:ext cx="2371040" cy="8084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/>
                <a:r>
                  <a:t>Browser</a:t>
                </a:r>
              </a:p>
            </p:txBody>
          </p:sp>
        </p:grpSp>
      </p:grpSp>
      <p:grpSp>
        <p:nvGrpSpPr>
          <p:cNvPr id="691" name="그룹"/>
          <p:cNvGrpSpPr/>
          <p:nvPr/>
        </p:nvGrpSpPr>
        <p:grpSpPr>
          <a:xfrm>
            <a:off x="2932099" y="1534096"/>
            <a:ext cx="1683412" cy="12070613"/>
            <a:chOff x="0" y="0"/>
            <a:chExt cx="1683410" cy="12070612"/>
          </a:xfrm>
        </p:grpSpPr>
        <p:grpSp>
          <p:nvGrpSpPr>
            <p:cNvPr id="689" name="그룹"/>
            <p:cNvGrpSpPr/>
            <p:nvPr/>
          </p:nvGrpSpPr>
          <p:grpSpPr>
            <a:xfrm>
              <a:off x="-1" y="-1"/>
              <a:ext cx="1683412" cy="2560170"/>
              <a:chOff x="0" y="0"/>
              <a:chExt cx="1683410" cy="2560168"/>
            </a:xfrm>
          </p:grpSpPr>
          <p:sp>
            <p:nvSpPr>
              <p:cNvPr id="687" name="남성"/>
              <p:cNvSpPr/>
              <p:nvPr/>
            </p:nvSpPr>
            <p:spPr>
              <a:xfrm>
                <a:off x="558109" y="0"/>
                <a:ext cx="567192" cy="15304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547" h="21600" fill="norm" stroke="1" extrusionOk="0">
                    <a:moveTo>
                      <a:pt x="10777" y="0"/>
                    </a:moveTo>
                    <a:cubicBezTo>
                      <a:pt x="9509" y="0"/>
                      <a:pt x="8239" y="180"/>
                      <a:pt x="7271" y="540"/>
                    </a:cubicBezTo>
                    <a:cubicBezTo>
                      <a:pt x="5335" y="1259"/>
                      <a:pt x="5335" y="2425"/>
                      <a:pt x="7271" y="3144"/>
                    </a:cubicBezTo>
                    <a:cubicBezTo>
                      <a:pt x="9206" y="3863"/>
                      <a:pt x="12348" y="3863"/>
                      <a:pt x="14284" y="3144"/>
                    </a:cubicBezTo>
                    <a:cubicBezTo>
                      <a:pt x="16220" y="2425"/>
                      <a:pt x="16220" y="1259"/>
                      <a:pt x="14284" y="540"/>
                    </a:cubicBezTo>
                    <a:cubicBezTo>
                      <a:pt x="13316" y="180"/>
                      <a:pt x="12046" y="0"/>
                      <a:pt x="10777" y="0"/>
                    </a:cubicBezTo>
                    <a:close/>
                    <a:moveTo>
                      <a:pt x="4845" y="4060"/>
                    </a:moveTo>
                    <a:cubicBezTo>
                      <a:pt x="2970" y="4060"/>
                      <a:pt x="1445" y="4331"/>
                      <a:pt x="907" y="4563"/>
                    </a:cubicBezTo>
                    <a:cubicBezTo>
                      <a:pt x="-23" y="4963"/>
                      <a:pt x="-21" y="5438"/>
                      <a:pt x="8" y="5606"/>
                    </a:cubicBezTo>
                    <a:lnTo>
                      <a:pt x="8" y="12393"/>
                    </a:lnTo>
                    <a:cubicBezTo>
                      <a:pt x="8" y="12733"/>
                      <a:pt x="732" y="13004"/>
                      <a:pt x="1648" y="13004"/>
                    </a:cubicBezTo>
                    <a:cubicBezTo>
                      <a:pt x="2563" y="13004"/>
                      <a:pt x="3292" y="12728"/>
                      <a:pt x="3292" y="12393"/>
                    </a:cubicBezTo>
                    <a:lnTo>
                      <a:pt x="3292" y="6777"/>
                    </a:lnTo>
                    <a:lnTo>
                      <a:pt x="4791" y="6777"/>
                    </a:lnTo>
                    <a:lnTo>
                      <a:pt x="4791" y="12641"/>
                    </a:lnTo>
                    <a:lnTo>
                      <a:pt x="4804" y="12641"/>
                    </a:lnTo>
                    <a:lnTo>
                      <a:pt x="4804" y="20628"/>
                    </a:lnTo>
                    <a:cubicBezTo>
                      <a:pt x="4804" y="21163"/>
                      <a:pt x="5982" y="21600"/>
                      <a:pt x="7421" y="21600"/>
                    </a:cubicBezTo>
                    <a:cubicBezTo>
                      <a:pt x="8860" y="21600"/>
                      <a:pt x="10037" y="21163"/>
                      <a:pt x="10037" y="20628"/>
                    </a:cubicBezTo>
                    <a:lnTo>
                      <a:pt x="10037" y="12641"/>
                    </a:lnTo>
                    <a:lnTo>
                      <a:pt x="10777" y="12641"/>
                    </a:lnTo>
                    <a:lnTo>
                      <a:pt x="11504" y="12641"/>
                    </a:lnTo>
                    <a:lnTo>
                      <a:pt x="11504" y="20628"/>
                    </a:lnTo>
                    <a:cubicBezTo>
                      <a:pt x="11504" y="21163"/>
                      <a:pt x="12682" y="21600"/>
                      <a:pt x="14121" y="21600"/>
                    </a:cubicBezTo>
                    <a:cubicBezTo>
                      <a:pt x="15559" y="21600"/>
                      <a:pt x="16737" y="21163"/>
                      <a:pt x="16737" y="20628"/>
                    </a:cubicBezTo>
                    <a:lnTo>
                      <a:pt x="16737" y="12636"/>
                    </a:lnTo>
                    <a:lnTo>
                      <a:pt x="16750" y="12636"/>
                    </a:lnTo>
                    <a:lnTo>
                      <a:pt x="16750" y="6772"/>
                    </a:lnTo>
                    <a:lnTo>
                      <a:pt x="18249" y="6772"/>
                    </a:lnTo>
                    <a:lnTo>
                      <a:pt x="18249" y="12388"/>
                    </a:lnTo>
                    <a:cubicBezTo>
                      <a:pt x="18249" y="12728"/>
                      <a:pt x="18973" y="12997"/>
                      <a:pt x="19889" y="12997"/>
                    </a:cubicBezTo>
                    <a:cubicBezTo>
                      <a:pt x="20805" y="12997"/>
                      <a:pt x="21533" y="12723"/>
                      <a:pt x="21533" y="12388"/>
                    </a:cubicBezTo>
                    <a:lnTo>
                      <a:pt x="21533" y="5606"/>
                    </a:lnTo>
                    <a:cubicBezTo>
                      <a:pt x="21577" y="5438"/>
                      <a:pt x="21564" y="4957"/>
                      <a:pt x="20634" y="4563"/>
                    </a:cubicBezTo>
                    <a:cubicBezTo>
                      <a:pt x="20096" y="4336"/>
                      <a:pt x="18566" y="4060"/>
                      <a:pt x="16691" y="4060"/>
                    </a:cubicBezTo>
                    <a:lnTo>
                      <a:pt x="10777" y="4060"/>
                    </a:lnTo>
                    <a:lnTo>
                      <a:pt x="4845" y="406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  <a:defRPr sz="3200">
                    <a:solidFill>
                      <a:srgbClr val="000000"/>
                    </a:solidFill>
                    <a:latin typeface="Helvetica Neue Medium"/>
                    <a:ea typeface="Helvetica Neue Medium"/>
                    <a:cs typeface="Helvetica Neue Medium"/>
                    <a:sym typeface="Helvetica Neue Medium"/>
                  </a:defRPr>
                </a:pPr>
              </a:p>
            </p:txBody>
          </p:sp>
          <p:sp>
            <p:nvSpPr>
              <p:cNvPr id="688" name="Client"/>
              <p:cNvSpPr txBox="1"/>
              <p:nvPr/>
            </p:nvSpPr>
            <p:spPr>
              <a:xfrm>
                <a:off x="0" y="1751737"/>
                <a:ext cx="1683411" cy="808432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val="1"/>
                </a:ext>
              </a:extLst>
            </p:spPr>
            <p:txBody>
              <a:bodyPr wrap="none" lIns="50800" tIns="50800" rIns="50800" bIns="50800" numCol="1" anchor="ctr">
                <a:spAutoFit/>
              </a:bodyPr>
              <a:lstStyle/>
              <a:p>
                <a:pPr/>
                <a:r>
                  <a:t>Client</a:t>
                </a:r>
              </a:p>
            </p:txBody>
          </p:sp>
        </p:grpSp>
        <p:sp>
          <p:nvSpPr>
            <p:cNvPr id="690" name="선"/>
            <p:cNvSpPr/>
            <p:nvPr/>
          </p:nvSpPr>
          <p:spPr>
            <a:xfrm flipV="1">
              <a:off x="841705" y="2664952"/>
              <a:ext cx="1" cy="940566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pic>
        <p:nvPicPr>
          <p:cNvPr id="692" name="선 선" descr="선 선"/>
          <p:cNvPicPr>
            <a:picLocks noChangeAspect="0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3698658" y="4742506"/>
            <a:ext cx="5456314" cy="352235"/>
          </a:xfrm>
          <a:prstGeom prst="rect">
            <a:avLst/>
          </a:prstGeom>
        </p:spPr>
      </p:pic>
      <p:sp>
        <p:nvSpPr>
          <p:cNvPr id="694" name="Enter the Web-Site"/>
          <p:cNvSpPr txBox="1"/>
          <p:nvPr/>
        </p:nvSpPr>
        <p:spPr>
          <a:xfrm>
            <a:off x="4743652" y="4303245"/>
            <a:ext cx="3324607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Enter the Web-Site</a:t>
            </a:r>
          </a:p>
        </p:txBody>
      </p:sp>
      <p:pic>
        <p:nvPicPr>
          <p:cNvPr id="695" name="선 선" descr="선 선"/>
          <p:cNvPicPr>
            <a:picLocks noChangeAspect="0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708863" y="7351186"/>
            <a:ext cx="5456314" cy="352234"/>
          </a:xfrm>
          <a:prstGeom prst="rect">
            <a:avLst/>
          </a:prstGeom>
        </p:spPr>
      </p:pic>
      <p:sp>
        <p:nvSpPr>
          <p:cNvPr id="697" name="Load Web-Site"/>
          <p:cNvSpPr txBox="1"/>
          <p:nvPr/>
        </p:nvSpPr>
        <p:spPr>
          <a:xfrm>
            <a:off x="4779622" y="6787906"/>
            <a:ext cx="2647189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Load Web-Site</a:t>
            </a:r>
          </a:p>
        </p:txBody>
      </p:sp>
      <p:pic>
        <p:nvPicPr>
          <p:cNvPr id="698" name="선 선" descr="선 선"/>
          <p:cNvPicPr>
            <a:picLocks noChangeAspect="0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3708863" y="11909955"/>
            <a:ext cx="5352468" cy="352234"/>
          </a:xfrm>
          <a:prstGeom prst="rect">
            <a:avLst/>
          </a:prstGeom>
        </p:spPr>
      </p:pic>
      <p:sp>
        <p:nvSpPr>
          <p:cNvPr id="700" name="Non-Refresh Page update"/>
          <p:cNvSpPr txBox="1"/>
          <p:nvPr/>
        </p:nvSpPr>
        <p:spPr>
          <a:xfrm>
            <a:off x="4499368" y="11443226"/>
            <a:ext cx="3813176" cy="473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500"/>
            </a:lvl1pPr>
          </a:lstStyle>
          <a:p>
            <a:pPr/>
            <a:r>
              <a:t>Non-Refresh Page update</a:t>
            </a:r>
          </a:p>
        </p:txBody>
      </p:sp>
      <p:pic>
        <p:nvPicPr>
          <p:cNvPr id="701" name="선 선" descr="선 선"/>
          <p:cNvPicPr>
            <a:picLocks noChangeAspect="0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3750581" y="8750563"/>
            <a:ext cx="5352468" cy="352235"/>
          </a:xfrm>
          <a:prstGeom prst="rect">
            <a:avLst/>
          </a:prstGeom>
        </p:spPr>
      </p:pic>
      <p:sp>
        <p:nvSpPr>
          <p:cNvPr id="703" name="New Page Request"/>
          <p:cNvSpPr txBox="1"/>
          <p:nvPr/>
        </p:nvSpPr>
        <p:spPr>
          <a:xfrm>
            <a:off x="4409290" y="8228281"/>
            <a:ext cx="3387853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New Page Request</a:t>
            </a:r>
          </a:p>
        </p:txBody>
      </p:sp>
      <p:grpSp>
        <p:nvGrpSpPr>
          <p:cNvPr id="706" name="그룹"/>
          <p:cNvGrpSpPr/>
          <p:nvPr/>
        </p:nvGrpSpPr>
        <p:grpSpPr>
          <a:xfrm>
            <a:off x="16097306" y="2024849"/>
            <a:ext cx="1435304" cy="1941788"/>
            <a:chOff x="0" y="0"/>
            <a:chExt cx="1435303" cy="1941786"/>
          </a:xfrm>
        </p:grpSpPr>
        <p:sp>
          <p:nvSpPr>
            <p:cNvPr id="704" name="컴퓨터"/>
            <p:cNvSpPr/>
            <p:nvPr/>
          </p:nvSpPr>
          <p:spPr>
            <a:xfrm>
              <a:off x="214872" y="0"/>
              <a:ext cx="1005559" cy="8114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5" h="21600" fill="norm" stroke="1" extrusionOk="0">
                  <a:moveTo>
                    <a:pt x="464" y="0"/>
                  </a:moveTo>
                  <a:cubicBezTo>
                    <a:pt x="210" y="0"/>
                    <a:pt x="0" y="261"/>
                    <a:pt x="0" y="575"/>
                  </a:cubicBezTo>
                  <a:lnTo>
                    <a:pt x="0" y="17777"/>
                  </a:lnTo>
                  <a:cubicBezTo>
                    <a:pt x="0" y="18091"/>
                    <a:pt x="210" y="18354"/>
                    <a:pt x="464" y="18354"/>
                  </a:cubicBezTo>
                  <a:lnTo>
                    <a:pt x="9148" y="18354"/>
                  </a:lnTo>
                  <a:lnTo>
                    <a:pt x="9116" y="18513"/>
                  </a:lnTo>
                  <a:lnTo>
                    <a:pt x="8753" y="20763"/>
                  </a:lnTo>
                  <a:lnTo>
                    <a:pt x="7690" y="20763"/>
                  </a:lnTo>
                  <a:lnTo>
                    <a:pt x="7690" y="21600"/>
                  </a:lnTo>
                  <a:lnTo>
                    <a:pt x="10486" y="21600"/>
                  </a:lnTo>
                  <a:lnTo>
                    <a:pt x="11107" y="21600"/>
                  </a:lnTo>
                  <a:lnTo>
                    <a:pt x="13905" y="21600"/>
                  </a:lnTo>
                  <a:lnTo>
                    <a:pt x="13905" y="20763"/>
                  </a:lnTo>
                  <a:lnTo>
                    <a:pt x="12842" y="20763"/>
                  </a:lnTo>
                  <a:lnTo>
                    <a:pt x="12479" y="18513"/>
                  </a:lnTo>
                  <a:lnTo>
                    <a:pt x="12452" y="18354"/>
                  </a:lnTo>
                  <a:lnTo>
                    <a:pt x="21131" y="18354"/>
                  </a:lnTo>
                  <a:cubicBezTo>
                    <a:pt x="21384" y="18354"/>
                    <a:pt x="21595" y="18091"/>
                    <a:pt x="21595" y="17777"/>
                  </a:cubicBezTo>
                  <a:lnTo>
                    <a:pt x="21595" y="575"/>
                  </a:lnTo>
                  <a:cubicBezTo>
                    <a:pt x="21600" y="261"/>
                    <a:pt x="21389" y="0"/>
                    <a:pt x="21136" y="0"/>
                  </a:cubicBezTo>
                  <a:lnTo>
                    <a:pt x="464" y="0"/>
                  </a:lnTo>
                  <a:close/>
                  <a:moveTo>
                    <a:pt x="10800" y="542"/>
                  </a:moveTo>
                  <a:cubicBezTo>
                    <a:pt x="10913" y="542"/>
                    <a:pt x="11006" y="650"/>
                    <a:pt x="11006" y="797"/>
                  </a:cubicBezTo>
                  <a:cubicBezTo>
                    <a:pt x="11006" y="937"/>
                    <a:pt x="10913" y="1052"/>
                    <a:pt x="10800" y="1052"/>
                  </a:cubicBezTo>
                  <a:cubicBezTo>
                    <a:pt x="10686" y="1052"/>
                    <a:pt x="10594" y="937"/>
                    <a:pt x="10594" y="797"/>
                  </a:cubicBezTo>
                  <a:cubicBezTo>
                    <a:pt x="10594" y="656"/>
                    <a:pt x="10686" y="542"/>
                    <a:pt x="10800" y="542"/>
                  </a:cubicBezTo>
                  <a:close/>
                  <a:moveTo>
                    <a:pt x="1242" y="1734"/>
                  </a:moveTo>
                  <a:lnTo>
                    <a:pt x="20358" y="1734"/>
                  </a:lnTo>
                  <a:lnTo>
                    <a:pt x="20358" y="15233"/>
                  </a:lnTo>
                  <a:lnTo>
                    <a:pt x="1242" y="15233"/>
                  </a:lnTo>
                  <a:lnTo>
                    <a:pt x="1242" y="1734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lnSpc>
                  <a:spcPct val="100000"/>
                </a:lnSpc>
                <a:spcBef>
                  <a:spcPts val="0"/>
                </a:spcBef>
                <a:defRPr sz="3200">
                  <a:solidFill>
                    <a:srgbClr val="000000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defRPr>
              </a:pPr>
            </a:p>
          </p:txBody>
        </p:sp>
        <p:sp>
          <p:nvSpPr>
            <p:cNvPr id="705" name="EC2"/>
            <p:cNvSpPr txBox="1"/>
            <p:nvPr/>
          </p:nvSpPr>
          <p:spPr>
            <a:xfrm>
              <a:off x="0" y="1133355"/>
              <a:ext cx="1435304" cy="80843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/>
              <a:r>
                <a:t>EC2 </a:t>
              </a:r>
            </a:p>
          </p:txBody>
        </p:sp>
      </p:grpSp>
      <p:sp>
        <p:nvSpPr>
          <p:cNvPr id="707" name="선"/>
          <p:cNvSpPr/>
          <p:nvPr/>
        </p:nvSpPr>
        <p:spPr>
          <a:xfrm flipV="1">
            <a:off x="16814958" y="4315541"/>
            <a:ext cx="1" cy="9405661"/>
          </a:xfrm>
          <a:prstGeom prst="line">
            <a:avLst/>
          </a:prstGeom>
          <a:ln w="25400">
            <a:solidFill>
              <a:srgbClr val="FFFFFF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708" name="선 선" descr="선 선"/>
          <p:cNvPicPr>
            <a:picLocks noChangeAspect="0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14446681" y="9491681"/>
            <a:ext cx="2422696" cy="352234"/>
          </a:xfrm>
          <a:prstGeom prst="rect">
            <a:avLst/>
          </a:prstGeom>
        </p:spPr>
      </p:pic>
      <p:sp>
        <p:nvSpPr>
          <p:cNvPr id="710" name="GET"/>
          <p:cNvSpPr txBox="1"/>
          <p:nvPr/>
        </p:nvSpPr>
        <p:spPr>
          <a:xfrm>
            <a:off x="15209687" y="9004921"/>
            <a:ext cx="854965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GET</a:t>
            </a:r>
          </a:p>
        </p:txBody>
      </p:sp>
      <p:pic>
        <p:nvPicPr>
          <p:cNvPr id="711" name="선 선" descr="선 선"/>
          <p:cNvPicPr>
            <a:picLocks noChangeAspect="0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14455762" y="11111761"/>
            <a:ext cx="2397172" cy="352234"/>
          </a:xfrm>
          <a:prstGeom prst="rect">
            <a:avLst/>
          </a:prstGeom>
        </p:spPr>
      </p:pic>
      <p:sp>
        <p:nvSpPr>
          <p:cNvPr id="713" name="POST"/>
          <p:cNvSpPr txBox="1"/>
          <p:nvPr/>
        </p:nvSpPr>
        <p:spPr>
          <a:xfrm>
            <a:off x="15117042" y="10565052"/>
            <a:ext cx="1116331" cy="5481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000"/>
            </a:lvl1pPr>
          </a:lstStyle>
          <a:p>
            <a:pPr/>
            <a:r>
              <a:t>POST</a:t>
            </a:r>
          </a:p>
        </p:txBody>
      </p:sp>
      <p:sp>
        <p:nvSpPr>
          <p:cNvPr id="714" name="Frontend"/>
          <p:cNvSpPr txBox="1"/>
          <p:nvPr/>
        </p:nvSpPr>
        <p:spPr>
          <a:xfrm>
            <a:off x="13713593" y="1032511"/>
            <a:ext cx="1339597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Frontend</a:t>
            </a:r>
          </a:p>
        </p:txBody>
      </p:sp>
      <p:sp>
        <p:nvSpPr>
          <p:cNvPr id="715" name="Backend"/>
          <p:cNvSpPr txBox="1"/>
          <p:nvPr/>
        </p:nvSpPr>
        <p:spPr>
          <a:xfrm>
            <a:off x="16145160" y="1032511"/>
            <a:ext cx="1322528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Backend</a:t>
            </a:r>
          </a:p>
        </p:txBody>
      </p:sp>
      <p:sp>
        <p:nvSpPr>
          <p:cNvPr id="716" name="Database"/>
          <p:cNvSpPr txBox="1"/>
          <p:nvPr/>
        </p:nvSpPr>
        <p:spPr>
          <a:xfrm>
            <a:off x="19298279" y="1044035"/>
            <a:ext cx="1412749" cy="461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/>
            </a:lvl1pPr>
          </a:lstStyle>
          <a:p>
            <a:pPr/>
            <a:r>
              <a:t>Database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9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" dur="2000"/>
                                        <p:tgtEl>
                                          <p:spTgt spid="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Class="entr" nodeType="after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nodeType="clickEffect" presetID="9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15" dur="200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Class="entr" nodeType="afterEffect" presetSubtype="0" presetID="1" grpId="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nodeType="clickEffect" presetID="9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23" dur="2000"/>
                                        <p:tgtEl>
                                          <p:spTgt spid="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Class="entr" nodeType="afterEffect" presetSubtype="0" presetID="1" grpId="6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nodeType="clickEffect" presetID="9" grpId="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1" dur="2000"/>
                                        <p:tgtEl>
                                          <p:spTgt spid="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Class="entr" nodeType="afterEffect" presetSubtype="0" presetID="1" grpId="8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nodeType="clickEffect" presetID="9" grpId="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39" dur="200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Class="entr" nodeType="afterEffect" presetSubtype="0" presetID="1" grpId="10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Class="entr" nodeType="clickEffect" presetID="9" grpId="1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6" fill="hold"/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47" dur="2000"/>
                                        <p:tgtEl>
                                          <p:spTgt spid="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Class="entr" nodeType="afterEffect" presetSubtype="0" presetID="1" grpId="1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0" fill="hold"/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Class="entr" nodeType="clickEffect" presetID="9" grpId="1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55" dur="200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Class="entr" nodeType="afterEffect" presetSubtype="0" presetID="1" grpId="1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Class="entr" nodeType="clickEffect" presetID="9" grpId="1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2" fill="hold"/>
                                        <p:tgtEl>
                                          <p:spTgt spid="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63" dur="2000"/>
                                        <p:tgtEl>
                                          <p:spTgt spid="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Class="entr" nodeType="afterEffect" presetSubtype="0" presetID="1" grpId="16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6" fill="hold"/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Class="entr" nodeType="clickEffect" presetID="9" grpId="17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0" fill="hold"/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1" dur="200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Class="entr" nodeType="afterEffect" presetSubtype="0" presetID="1" grpId="18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74" fill="hold"/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Class="entr" nodeType="clickEffect" presetID="9" grpId="19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79" dur="20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000"/>
                            </p:stCondLst>
                            <p:childTnLst>
                              <p:par>
                                <p:cTn id="81" presetClass="entr" nodeType="afterEffect" presetSubtype="0" presetID="1" grpId="20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82" fill="hold"/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Class="entr" nodeType="clickEffect" presetID="9" grpId="2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6" fill="hold"/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87" dur="20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Class="entr" nodeType="afterEffect" presetSubtype="0" presetID="1" grpId="2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0" fill="hold"/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Class="entr" nodeType="clickEffect" presetID="9" grpId="2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4" fill="hold"/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ssolve" transition="in">
                                      <p:cBhvr>
                                        <p:cTn id="95" dur="200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Class="entr" nodeType="afterEffect" presetSubtype="0" presetID="1" grpId="24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697" grpId="8"/>
      <p:bldP build="whole" bldLvl="1" animBg="1" rev="0" advAuto="0" spid="701" grpId="9"/>
      <p:bldP build="whole" bldLvl="1" animBg="1" rev="0" advAuto="0" spid="711" grpId="19"/>
      <p:bldP build="whole" bldLvl="1" animBg="1" rev="0" advAuto="0" spid="663" grpId="11"/>
      <p:bldP build="whole" bldLvl="1" animBg="1" rev="0" advAuto="0" spid="713" grpId="20"/>
      <p:bldP build="whole" bldLvl="1" animBg="1" rev="0" advAuto="0" spid="703" grpId="10"/>
      <p:bldP build="whole" bldLvl="1" animBg="1" rev="0" advAuto="0" spid="669" grpId="21"/>
      <p:bldP build="whole" bldLvl="1" animBg="1" rev="0" advAuto="0" spid="700" grpId="24"/>
      <p:bldP build="whole" bldLvl="1" animBg="1" rev="0" advAuto="0" spid="662" grpId="6"/>
      <p:bldP build="whole" bldLvl="1" animBg="1" rev="0" advAuto="0" spid="673" grpId="18"/>
      <p:bldP build="whole" bldLvl="1" animBg="1" rev="0" advAuto="0" spid="667" grpId="17"/>
      <p:bldP build="whole" bldLvl="1" animBg="1" rev="0" advAuto="0" spid="657" grpId="15"/>
      <p:bldP build="whole" bldLvl="1" animBg="1" rev="0" advAuto="0" spid="674" grpId="22"/>
      <p:bldP build="whole" bldLvl="1" animBg="1" rev="0" advAuto="0" spid="695" grpId="7"/>
      <p:bldP build="whole" bldLvl="1" animBg="1" rev="0" advAuto="0" spid="665" grpId="3"/>
      <p:bldP build="whole" bldLvl="1" animBg="1" rev="0" advAuto="0" spid="659" grpId="4"/>
      <p:bldP build="whole" bldLvl="1" animBg="1" rev="0" advAuto="0" spid="694" grpId="2"/>
      <p:bldP build="whole" bldLvl="1" animBg="1" rev="0" advAuto="0" spid="708" grpId="13"/>
      <p:bldP build="whole" bldLvl="1" animBg="1" rev="0" advAuto="0" spid="710" grpId="14"/>
      <p:bldP build="whole" bldLvl="1" animBg="1" rev="0" advAuto="0" spid="671" grpId="12"/>
      <p:bldP build="whole" bldLvl="1" animBg="1" rev="0" advAuto="0" spid="698" grpId="23"/>
      <p:bldP build="whole" bldLvl="1" animBg="1" rev="0" advAuto="0" spid="660" grpId="5"/>
      <p:bldP build="whole" bldLvl="1" animBg="1" rev="0" advAuto="0" spid="692" grpId="1"/>
      <p:bldP build="whole" bldLvl="1" animBg="1" rev="0" advAuto="0" spid="672" grpId="16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게시판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게시판</a:t>
            </a:r>
          </a:p>
        </p:txBody>
      </p:sp>
      <p:sp>
        <p:nvSpPr>
          <p:cNvPr id="719" name="To-Do"/>
          <p:cNvSpPr txBox="1"/>
          <p:nvPr/>
        </p:nvSpPr>
        <p:spPr>
          <a:xfrm>
            <a:off x="1206499" y="4753956"/>
            <a:ext cx="21971001" cy="3874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ctr">
              <a:lnSpc>
                <a:spcPct val="80000"/>
              </a:lnSpc>
              <a:spcBef>
                <a:spcPts val="0"/>
              </a:spcBef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To-Do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  <p:cond evt="onBegin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after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xit" nodeType="clickEffect" presetSubtype="0" presetID="1" grpId="2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nodeType="afterEffect" presetSubtype="0" presetID="1" grpId="3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719" grpId="3"/>
      <p:bldP build="whole" bldLvl="1" animBg="1" rev="0" advAuto="0" spid="718" grpId="1"/>
      <p:bldP build="whole" bldLvl="1" animBg="1" rev="0" advAuto="0" spid="718" grpId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過猶不及; Too much는 좋지 않다!"/>
          <p:cNvSpPr txBox="1"/>
          <p:nvPr>
            <p:ph type="body" idx="13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r>
              <a:t>過猶不及; Too much는 좋지 않다!</a:t>
            </a:r>
          </a:p>
        </p:txBody>
      </p:sp>
      <p:sp>
        <p:nvSpPr>
          <p:cNvPr id="722" name="Frontend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Frontend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flip dir="l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http://nsu-sw300-kosta.s3-website.ap-northeast-2.amazonaws.com/">
            <a:hlinkClick r:id="rId2" invalidUrl="" action="" tgtFrame="" tooltip="" history="1" highlightClick="0" endSnd="0"/>
          </p:cNvPr>
          <p:cNvSpPr txBox="1"/>
          <p:nvPr/>
        </p:nvSpPr>
        <p:spPr>
          <a:xfrm>
            <a:off x="2876685" y="6453784"/>
            <a:ext cx="18901563" cy="808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/>
            <a:r>
              <a:t>http://nsu-sw300-kosta.s3-website.ap-northeast-2.amazonaws.com/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push dir="u"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앞으로의 계획"/>
          <p:cNvSpPr txBox="1"/>
          <p:nvPr>
            <p:ph type="title"/>
          </p:nvPr>
        </p:nvSpPr>
        <p:spPr>
          <a:xfrm>
            <a:off x="1206499" y="948957"/>
            <a:ext cx="21971001" cy="1433164"/>
          </a:xfrm>
          <a:prstGeom prst="rect">
            <a:avLst/>
          </a:prstGeom>
        </p:spPr>
        <p:txBody>
          <a:bodyPr/>
          <a:lstStyle>
            <a:lvl1pPr defTabSz="2365188">
              <a:defRPr spc="-164" sz="8245"/>
            </a:lvl1pPr>
          </a:lstStyle>
          <a:p>
            <a:pPr/>
            <a:r>
              <a:t>앞으로의 계획</a:t>
            </a:r>
          </a:p>
        </p:txBody>
      </p:sp>
      <p:sp>
        <p:nvSpPr>
          <p:cNvPr id="727" name="Capstone 프로젝트 구체화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Capstone 프로젝트 구체화</a:t>
            </a:r>
          </a:p>
          <a:p>
            <a:pPr/>
            <a:r>
              <a:t>언어에 대한 공부 지속</a:t>
            </a:r>
          </a:p>
          <a:p>
            <a:pPr/>
            <a:r>
              <a:t>새로운 웹 어플리케이션 추가 개발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0_BasicBlack">
  <a:themeElements>
    <a:clrScheme name="20_Basic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20_BasicBlack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0_Basic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